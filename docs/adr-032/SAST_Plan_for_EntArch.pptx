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55" r:id="rId5"/>
  </p:sldMasterIdLst>
  <p:notesMasterIdLst>
    <p:notesMasterId r:id="rId24"/>
  </p:notesMasterIdLst>
  <p:handoutMasterIdLst>
    <p:handoutMasterId r:id="rId25"/>
  </p:handoutMasterIdLst>
  <p:sldIdLst>
    <p:sldId id="278" r:id="rId6"/>
    <p:sldId id="1089" r:id="rId7"/>
    <p:sldId id="1126" r:id="rId8"/>
    <p:sldId id="1504" r:id="rId9"/>
    <p:sldId id="1505" r:id="rId10"/>
    <p:sldId id="1507" r:id="rId11"/>
    <p:sldId id="1506" r:id="rId12"/>
    <p:sldId id="1508" r:id="rId13"/>
    <p:sldId id="1511" r:id="rId14"/>
    <p:sldId id="1513" r:id="rId15"/>
    <p:sldId id="1514" r:id="rId16"/>
    <p:sldId id="1515" r:id="rId17"/>
    <p:sldId id="1509" r:id="rId18"/>
    <p:sldId id="1510" r:id="rId19"/>
    <p:sldId id="1512" r:id="rId20"/>
    <p:sldId id="1501" r:id="rId21"/>
    <p:sldId id="1502" r:id="rId22"/>
    <p:sldId id="1503" r:id="rId23"/>
  </p:sldIdLst>
  <p:sldSz cx="12190413" cy="6858000"/>
  <p:notesSz cx="6888163" cy="10020300"/>
  <p:custDataLst>
    <p:tags r:id="rId2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rt pool" id="{6A6F6773-6CE2-44BC-BF6F-10F3F4EF0557}">
          <p14:sldIdLst>
            <p14:sldId id="278"/>
          </p14:sldIdLst>
        </p14:section>
        <p14:section name="Agenda" id="{114B88B3-47FE-493B-8AF1-B6CE07FB225D}">
          <p14:sldIdLst>
            <p14:sldId id="1089"/>
          </p14:sldIdLst>
        </p14:section>
        <p14:section name="Pictures for Placeholders" id="{23A65441-4012-4A63-AF41-AFBEDF723F83}">
          <p14:sldIdLst/>
        </p14:section>
        <p14:section name="Chapter &amp; Agenda Samples" id="{92498FA8-2C06-4E1B-ADF8-D3FA04984E57}">
          <p14:sldIdLst>
            <p14:sldId id="1126"/>
            <p14:sldId id="1504"/>
            <p14:sldId id="1505"/>
            <p14:sldId id="1507"/>
            <p14:sldId id="1506"/>
            <p14:sldId id="1508"/>
            <p14:sldId id="1511"/>
            <p14:sldId id="1513"/>
            <p14:sldId id="1514"/>
            <p14:sldId id="1515"/>
            <p14:sldId id="1509"/>
            <p14:sldId id="1510"/>
            <p14:sldId id="1512"/>
          </p14:sldIdLst>
        </p14:section>
        <p14:section name="Layouts" id="{D414F3EF-8A97-4A51-88F1-130B21F36892}">
          <p14:sldIdLst/>
        </p14:section>
        <p14:section name="Diagrams" id="{7ACE5EB5-647B-4639-8B5F-16F42D938FBF}">
          <p14:sldIdLst/>
        </p14:section>
        <p14:section name="Tables" id="{29C9B8B4-3041-42C8-973C-107A12BBC72D}">
          <p14:sldIdLst/>
        </p14:section>
        <p14:section name="Organigrams" id="{4264A0CE-2099-4819-8EB7-D556D41E628A}">
          <p14:sldIdLst/>
        </p14:section>
        <p14:section name="Butterfly diagrams" id="{F97F7DFD-BE09-4A7D-9206-94F620452557}">
          <p14:sldIdLst/>
        </p14:section>
        <p14:section name="Venn diagrams" id="{039C0433-77F9-4820-B47E-34FCA1327960}">
          <p14:sldIdLst/>
        </p14:section>
        <p14:section name="Pyramid charts" id="{F8F95B61-1AF3-4748-9F61-0D47C74AB49A}">
          <p14:sldIdLst/>
        </p14:section>
        <p14:section name="Text boxes" id="{41CFA579-C266-4929-A920-21AAAC069AC8}">
          <p14:sldIdLst/>
        </p14:section>
        <p14:section name="Picture charts" id="{67AE3808-08BF-448C-8EB5-E03ECC4A1154}">
          <p14:sldIdLst/>
        </p14:section>
        <p14:section name="Processes" id="{17AD7023-0953-4036-A4DC-B3DB59375FAD}">
          <p14:sldIdLst/>
        </p14:section>
        <p14:section name="Project Management Toolbox" id="{2A1FA18E-281E-43F4-B6D4-899C515B7CE9}">
          <p14:sldIdLst/>
        </p14:section>
        <p14:section name="Circular shapes" id="{6AB8F6FA-0152-4825-9CBB-C85FF0A7749B}">
          <p14:sldIdLst/>
        </p14:section>
        <p14:section name="Timelines" id="{3D2F0B54-1B61-4B5C-BEE3-C16509CC65A6}">
          <p14:sldIdLst/>
        </p14:section>
        <p14:section name="Maps &amp; globes" id="{25B7B0BE-0583-4677-8773-EB189001CD71}">
          <p14:sldIdLst/>
        </p14:section>
        <p14:section name="Flags" id="{DE6CAB2B-D3C7-45C9-BF18-8C7602EEAE56}">
          <p14:sldIdLst/>
        </p14:section>
        <p14:section name="Flags on pin" id="{DA5F0232-7E55-42C3-8B52-2071D1D60071}">
          <p14:sldIdLst/>
        </p14:section>
        <p14:section name="Icons" id="{1CD04F0C-BEC6-4C64-8897-5DFF60795D59}">
          <p14:sldIdLst/>
        </p14:section>
        <p14:section name="Silhouettes" id="{70818D05-4068-4230-A269-74FF0FE79DD8}">
          <p14:sldIdLst/>
        </p14:section>
        <p14:section name="Puzzle, cubes and gear wheels" id="{0427CBEE-4942-407C-BFF7-8BAE475F7CFF}">
          <p14:sldIdLst/>
        </p14:section>
        <p14:section name="Post-it / Sticky notes / Hand drawn shapes" id="{343081C0-5186-4A80-B536-BE7FF66435B1}">
          <p14:sldIdLst/>
        </p14:section>
        <p14:section name="Timer" id="{4F851BBD-10E9-44EE-AC90-C42DA6EBDC97}">
          <p14:sldIdLst/>
        </p14:section>
        <p14:section name="3D Characters" id="{D1C31390-D9DE-49B5-B83F-3D24A540E31C}">
          <p14:sldIdLst/>
        </p14:section>
        <p14:section name="Logos, Colors and Gradients" id="{9A756E2E-0844-4597-A953-938AA4A643E3}">
          <p14:sldIdLst>
            <p14:sldId id="1501"/>
          </p14:sldIdLst>
        </p14:section>
        <p14:section name="Contact Secret content" id="{2691D1CE-A95D-4B00-BD19-47397A8D4C62}">
          <p14:sldIdLst>
            <p14:sldId id="1502"/>
            <p14:sldId id="15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93">
          <p15:clr>
            <a:srgbClr val="A4A3A4"/>
          </p15:clr>
        </p15:guide>
        <p15:guide id="3" pos="619">
          <p15:clr>
            <a:srgbClr val="A4A3A4"/>
          </p15:clr>
        </p15:guide>
        <p15:guide id="15" orient="horz" pos="2478">
          <p15:clr>
            <a:srgbClr val="A4A3A4"/>
          </p15:clr>
        </p15:guide>
        <p15:guide id="16" orient="horz" pos="2704">
          <p15:clr>
            <a:srgbClr val="A4A3A4"/>
          </p15:clr>
        </p15:guide>
        <p15:guide id="17" orient="horz" pos="4086">
          <p15:clr>
            <a:srgbClr val="A4A3A4"/>
          </p15:clr>
        </p15:guide>
        <p15:guide id="18" orient="horz" pos="2591" userDrawn="1">
          <p15:clr>
            <a:srgbClr val="A4A3A4"/>
          </p15:clr>
        </p15:guide>
        <p15:guide id="19" pos="7422">
          <p15:clr>
            <a:srgbClr val="A4A3A4"/>
          </p15:clr>
        </p15:guide>
        <p15:guide id="20" pos="2149">
          <p15:clr>
            <a:srgbClr val="A4A3A4"/>
          </p15:clr>
        </p15:guide>
        <p15:guide id="21" pos="3908">
          <p15:clr>
            <a:srgbClr val="A4A3A4"/>
          </p15:clr>
        </p15:guide>
        <p15:guide id="22" pos="2376">
          <p15:clr>
            <a:srgbClr val="A4A3A4"/>
          </p15:clr>
        </p15:guide>
        <p15:guide id="23" pos="5666">
          <p15:clr>
            <a:srgbClr val="A4A3A4"/>
          </p15:clr>
        </p15:guide>
        <p15:guide id="24" pos="5894">
          <p15:clr>
            <a:srgbClr val="A4A3A4"/>
          </p15:clr>
        </p15:guide>
        <p15:guide id="25" pos="4134">
          <p15:clr>
            <a:srgbClr val="A4A3A4"/>
          </p15:clr>
        </p15:guide>
        <p15:guide id="26" pos="40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857">
          <p15:clr>
            <a:srgbClr val="A4A3A4"/>
          </p15:clr>
        </p15:guide>
        <p15:guide id="4" pos="19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C713"/>
    <a:srgbClr val="00A5E2"/>
    <a:srgbClr val="E61A5D"/>
    <a:srgbClr val="FF3162"/>
    <a:srgbClr val="624963"/>
    <a:srgbClr val="D30F4B"/>
    <a:srgbClr val="0091DF"/>
    <a:srgbClr val="00617F"/>
    <a:srgbClr val="2B6640"/>
    <a:srgbClr val="66B5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CCF06-7008-544B-AFE0-485046287A65}" v="139" dt="2025-07-02T13:13:59.6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30" autoAdjust="0"/>
    <p:restoredTop sz="95455" autoAdjust="0"/>
  </p:normalViewPr>
  <p:slideViewPr>
    <p:cSldViewPr snapToGrid="0" snapToObjects="1" showGuides="1">
      <p:cViewPr varScale="1">
        <p:scale>
          <a:sx n="133" d="100"/>
          <a:sy n="133" d="100"/>
        </p:scale>
        <p:origin x="176" y="608"/>
      </p:cViewPr>
      <p:guideLst>
        <p:guide orient="horz" pos="1093"/>
        <p:guide pos="619"/>
        <p:guide orient="horz" pos="2478"/>
        <p:guide orient="horz" pos="2704"/>
        <p:guide orient="horz" pos="4086"/>
        <p:guide orient="horz" pos="2591"/>
        <p:guide pos="7422"/>
        <p:guide pos="2149"/>
        <p:guide pos="3908"/>
        <p:guide pos="2376"/>
        <p:guide pos="5666"/>
        <p:guide pos="5894"/>
        <p:guide pos="4134"/>
        <p:guide pos="40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266"/>
    </p:cViewPr>
  </p:sorterViewPr>
  <p:notesViewPr>
    <p:cSldViewPr snapToGrid="0" snapToObjects="1">
      <p:cViewPr varScale="1">
        <p:scale>
          <a:sx n="80" d="100"/>
          <a:sy n="80" d="100"/>
        </p:scale>
        <p:origin x="3036" y="84"/>
      </p:cViewPr>
      <p:guideLst>
        <p:guide orient="horz" pos="2880"/>
        <p:guide pos="2160"/>
        <p:guide orient="horz" pos="2857"/>
        <p:guide pos="19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82216" y="176715"/>
            <a:ext cx="5983605" cy="17856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2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216864" y="9671310"/>
            <a:ext cx="492259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494926" y="9671310"/>
            <a:ext cx="5567925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175703" y="9671310"/>
            <a:ext cx="190528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41769" y="192454"/>
            <a:ext cx="364262" cy="36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93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theme" Target="../theme/theme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53988" y="617538"/>
            <a:ext cx="3292475" cy="185261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lIns="87598" tIns="43799" rIns="87598" bIns="4379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192788" y="2938490"/>
            <a:ext cx="6506513" cy="646503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99933" y="183269"/>
            <a:ext cx="5900408" cy="185193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157508" y="9658526"/>
            <a:ext cx="540250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4"/>
          </p:nvPr>
        </p:nvSpPr>
        <p:spPr bwMode="gray">
          <a:xfrm>
            <a:off x="547782" y="9658526"/>
            <a:ext cx="5465661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5"/>
          </p:nvPr>
        </p:nvSpPr>
        <p:spPr bwMode="gray">
          <a:xfrm>
            <a:off x="192834" y="9658526"/>
            <a:ext cx="208896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8071" y="2056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77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1800"/>
      </a:spcBef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Bef>
        <a:spcPts val="300"/>
      </a:spcBef>
      <a:buFontTx/>
      <a:buBlip>
        <a:blip r:embed="rId3"/>
      </a:buBlip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Bef>
        <a:spcPts val="300"/>
      </a:spcBef>
      <a:buFontTx/>
      <a:buBlip>
        <a:blip r:embed="rId4"/>
      </a:buBlip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Bef>
        <a:spcPts val="300"/>
      </a:spcBef>
      <a:buFontTx/>
      <a:buBlip>
        <a:blip r:embed="rId5"/>
      </a:buBlip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3368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Folienbildplatzhalter 8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" name="Notizenplatzhalt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335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25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BFC7B-077F-E2DE-5E28-A9BFC59F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6D2DA05-2C8B-A4D0-C3DA-6242F282F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7189E7B-7024-C96E-977D-8E088AF72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20C50F-7ACB-8A20-5D84-F35E3E72B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525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51EA3-403E-F433-F183-6DD455B3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243B5A0-EFF2-14CA-FE33-06BDBF072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12D3751-CD41-B25A-EC18-648678F6B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B8776-DCDA-76A0-F172-DA60C7585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22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33915-3A28-602D-92B7-3F7B574E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73A0AB-301A-1DDE-EAA7-BA9876CD2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B540FA-4847-0702-B95D-8AD401E17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A91A06-FF13-727A-2C24-B0CBDA84E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3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A27D6-8B36-2FAC-16A2-FE3F7249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D5F56CE-7018-B13E-6124-E9A4A1B7F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4FFD6AD-37AA-E6A7-972F-DD2C919AB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59DCAD-2672-5D67-5AEA-D5A0B8DA87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843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BBC96-53C5-99B7-9E4F-DED8F4E8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9CD8B7B-F27F-E158-B6D4-9CCAF161D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E9A745C-F360-D677-5B9A-AD07F69BA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356D94-1E91-AC58-F989-01FAA3F72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828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9B1B-0596-E33A-44DB-9DE19CBC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2F7785C-0036-7587-06C1-5E6FF4BE9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11CEFD2-5BB8-39CA-F907-3F081C2A7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929F3F-FD93-9FF7-90CC-B7FDDE06E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434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67459-CEDB-C877-75D5-E32B10EFB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E34A4B2-F28E-03A4-C28E-45371167A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A1FCBC-9402-8720-AA14-10599EE38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A25D35-2A8C-723E-14D1-DFA97B013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392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2E6D2-2219-681B-EDB1-A25A19253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D139747-FD72-52CD-FC98-E92B7113C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558B8A7-8BAE-A2E8-34E5-2E2114E80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3FEA21-1297-4B69-2DE9-83A541732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748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66513-19A0-5977-9403-0DBCC1F5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89ADD3E-265F-C0C5-1502-2EF65B132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BEAA948-8DF4-7AA1-C04B-DDC3B1353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8CAEBB-9105-43DF-EDF7-2FDDE6B23D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246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3D683-3D76-FD09-2F8E-9A28C386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7112F8C-2754-6362-A534-06F4DA8BE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151233-858B-266E-2CF9-77E05B30A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167A78-E462-7096-0959-5771F9857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30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23B4-D43E-7603-F376-6164BA65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A210F5B-7B53-62D1-29B4-D4221C7C6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8FEFD93-AE7E-0961-B66D-687B3591D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13DD81-E443-1891-27C4-DCED32460A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08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D7993-6BD9-A64A-FE6A-8606DEDA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9873144-CC66-D24A-15D0-43DC4B5D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76FE999-679C-7850-7F16-66A28E842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A0DEBE-9CFE-6B8A-3AE7-B9A4A0709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260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3433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000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3CE37-8989-471A-BC57-D3CAAD03839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951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A2FEF8-95DF-4328-850D-3F7840A62554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A42977D0-16DF-4144-94E5-2041E15850FF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F626E8-4D4D-4477-BEF3-9372D1A5AD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2" name="Logoschutz" hidden="1">
            <a:extLst>
              <a:ext uri="{FF2B5EF4-FFF2-40B4-BE49-F238E27FC236}">
                <a16:creationId xmlns:a16="http://schemas.microsoft.com/office/drawing/2014/main" id="{C9A9C5E1-5EC5-4E10-A801-6F56DB71E6CD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52281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3A98F38-41A6-4B28-9DC3-8AEBD3FF0B01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0614FA-2289-4D50-861D-D1CE2042502D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CD53346-3B88-4ECD-BC3C-B158CECCD4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2FE56050-78D4-446C-87C6-B9C42DDC4070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37716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8331062-53AF-412B-A235-6DCBA819F08B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B52A258-6540-4627-9544-F9B90C510986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895202-4A4D-43A2-B3BF-4253EA640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82EE1829-716E-40CB-A4A0-CAB36B35864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24471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 bwMode="gray">
          <a:xfrm>
            <a:off x="1976765" y="403540"/>
            <a:ext cx="9624002" cy="86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13"/>
          </p:nvPr>
        </p:nvSpPr>
        <p:spPr bwMode="gray">
          <a:xfrm>
            <a:off x="2005337" y="1843721"/>
            <a:ext cx="4680000" cy="4641030"/>
          </a:xfrm>
        </p:spPr>
        <p:txBody>
          <a:bodyPr/>
          <a:lstStyle>
            <a:lvl1pPr marL="270000" indent="-270000">
              <a:spcBef>
                <a:spcPts val="1800"/>
              </a:spcBef>
              <a:spcAft>
                <a:spcPts val="0"/>
              </a:spcAft>
              <a:buFontTx/>
              <a:buBlip>
                <a:blip r:embed="rId3"/>
              </a:buBlip>
              <a:defRPr sz="20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5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6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E301A406-9538-49C3-8EE8-2A8828D36F0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18002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254">
          <p15:clr>
            <a:srgbClr val="FBAE40"/>
          </p15:clr>
        </p15:guide>
        <p15:guide id="2" orient="horz" pos="4086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pos="421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invGray">
          <a:xfrm>
            <a:off x="0" y="0"/>
            <a:ext cx="2104575" cy="6861175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1175"/>
              <a:gd name="connsiteX1" fmla="*/ 2104575 w 2104575"/>
              <a:gd name="connsiteY1" fmla="*/ 0 h 6861175"/>
              <a:gd name="connsiteX2" fmla="*/ 650732 w 2104575"/>
              <a:gd name="connsiteY2" fmla="*/ 6861175 h 6861175"/>
              <a:gd name="connsiteX3" fmla="*/ 0 w 2104575"/>
              <a:gd name="connsiteY3" fmla="*/ 6858000 h 6861175"/>
              <a:gd name="connsiteX4" fmla="*/ 0 w 2104575"/>
              <a:gd name="connsiteY4" fmla="*/ 0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1175">
                <a:moveTo>
                  <a:pt x="0" y="0"/>
                </a:moveTo>
                <a:lnTo>
                  <a:pt x="2104575" y="0"/>
                </a:lnTo>
                <a:lnTo>
                  <a:pt x="650732" y="6861175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61A5D"/>
              </a:gs>
              <a:gs pos="50000">
                <a:srgbClr val="E61A5D"/>
              </a:gs>
              <a:gs pos="84000">
                <a:srgbClr val="E61A5D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5A3A36A1-3991-4BA2-906C-7B25DC73D115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6846097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809949" y="1473902"/>
            <a:ext cx="4140000" cy="1440753"/>
          </a:xfrm>
        </p:spPr>
        <p:txBody>
          <a:bodyPr anchor="b"/>
          <a:lstStyle>
            <a:lvl1pPr algn="r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 bwMode="black">
          <a:xfrm>
            <a:off x="4710111" y="1"/>
            <a:ext cx="2593510" cy="6858000"/>
            <a:chOff x="4710111" y="1"/>
            <a:chExt cx="2593510" cy="6858000"/>
          </a:xfrm>
        </p:grpSpPr>
        <p:sp>
          <p:nvSpPr>
            <p:cNvPr id="50" name="Freeform 6"/>
            <p:cNvSpPr>
              <a:spLocks/>
            </p:cNvSpPr>
            <p:nvPr userDrawn="1"/>
          </p:nvSpPr>
          <p:spPr bwMode="black">
            <a:xfrm>
              <a:off x="4710111" y="1"/>
              <a:ext cx="2393982" cy="6858000"/>
            </a:xfrm>
            <a:custGeom>
              <a:avLst/>
              <a:gdLst>
                <a:gd name="T0" fmla="*/ 9 w 1781"/>
                <a:gd name="T1" fmla="*/ 5102 h 5102"/>
                <a:gd name="T2" fmla="*/ 1781 w 1781"/>
                <a:gd name="T3" fmla="*/ 0 h 5102"/>
                <a:gd name="T4" fmla="*/ 1770 w 1781"/>
                <a:gd name="T5" fmla="*/ 0 h 5102"/>
                <a:gd name="T6" fmla="*/ 0 w 1781"/>
                <a:gd name="T7" fmla="*/ 5102 h 5102"/>
                <a:gd name="T8" fmla="*/ 9 w 1781"/>
                <a:gd name="T9" fmla="*/ 5102 h 5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1" h="5102">
                  <a:moveTo>
                    <a:pt x="9" y="5102"/>
                  </a:moveTo>
                  <a:lnTo>
                    <a:pt x="1781" y="0"/>
                  </a:lnTo>
                  <a:lnTo>
                    <a:pt x="1770" y="0"/>
                  </a:lnTo>
                  <a:lnTo>
                    <a:pt x="0" y="5102"/>
                  </a:lnTo>
                  <a:lnTo>
                    <a:pt x="9" y="5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black">
            <a:xfrm>
              <a:off x="5945695" y="2"/>
              <a:ext cx="1357926" cy="6857998"/>
            </a:xfrm>
            <a:custGeom>
              <a:avLst/>
              <a:gdLst>
                <a:gd name="T0" fmla="*/ 9 w 1013"/>
                <a:gd name="T1" fmla="*/ 5116 h 5116"/>
                <a:gd name="T2" fmla="*/ 1013 w 1013"/>
                <a:gd name="T3" fmla="*/ 0 h 5116"/>
                <a:gd name="T4" fmla="*/ 1004 w 1013"/>
                <a:gd name="T5" fmla="*/ 0 h 5116"/>
                <a:gd name="T6" fmla="*/ 0 w 1013"/>
                <a:gd name="T7" fmla="*/ 5116 h 5116"/>
                <a:gd name="T8" fmla="*/ 9 w 1013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3" h="5116">
                  <a:moveTo>
                    <a:pt x="9" y="5116"/>
                  </a:moveTo>
                  <a:lnTo>
                    <a:pt x="1013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41236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 bwMode="black">
          <a:xfrm>
            <a:off x="5739926" y="0"/>
            <a:ext cx="6450487" cy="6858000"/>
            <a:chOff x="-7368753" y="-1854009"/>
            <a:chExt cx="6299342" cy="6697306"/>
          </a:xfrm>
        </p:grpSpPr>
        <p:sp>
          <p:nvSpPr>
            <p:cNvPr id="37" name="Freeform 6"/>
            <p:cNvSpPr>
              <a:spLocks/>
            </p:cNvSpPr>
            <p:nvPr userDrawn="1"/>
          </p:nvSpPr>
          <p:spPr bwMode="black">
            <a:xfrm>
              <a:off x="-3543591" y="1231517"/>
              <a:ext cx="2474180" cy="3611780"/>
            </a:xfrm>
            <a:custGeom>
              <a:avLst/>
              <a:gdLst>
                <a:gd name="T0" fmla="*/ 0 w 1890"/>
                <a:gd name="T1" fmla="*/ 2759 h 2759"/>
                <a:gd name="T2" fmla="*/ 12 w 1890"/>
                <a:gd name="T3" fmla="*/ 2759 h 2759"/>
                <a:gd name="T4" fmla="*/ 1890 w 1890"/>
                <a:gd name="T5" fmla="*/ 17 h 2759"/>
                <a:gd name="T6" fmla="*/ 1890 w 1890"/>
                <a:gd name="T7" fmla="*/ 0 h 2759"/>
                <a:gd name="T8" fmla="*/ 0 w 1890"/>
                <a:gd name="T9" fmla="*/ 2759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0" h="2759">
                  <a:moveTo>
                    <a:pt x="0" y="2759"/>
                  </a:moveTo>
                  <a:lnTo>
                    <a:pt x="12" y="2759"/>
                  </a:lnTo>
                  <a:lnTo>
                    <a:pt x="1890" y="17"/>
                  </a:lnTo>
                  <a:lnTo>
                    <a:pt x="1890" y="0"/>
                  </a:lnTo>
                  <a:lnTo>
                    <a:pt x="0" y="27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38" name="Freeform 7"/>
            <p:cNvSpPr>
              <a:spLocks/>
            </p:cNvSpPr>
            <p:nvPr userDrawn="1"/>
          </p:nvSpPr>
          <p:spPr bwMode="black">
            <a:xfrm>
              <a:off x="-7368753" y="-1854009"/>
              <a:ext cx="1327417" cy="6697305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7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7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</p:grpSp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5E2"/>
              </a:gs>
              <a:gs pos="50000">
                <a:srgbClr val="00A5E2"/>
              </a:gs>
              <a:gs pos="84000">
                <a:schemeClr val="accent2">
                  <a:alpha val="0"/>
                </a:scheme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678387" y="2989333"/>
            <a:ext cx="4500000" cy="1440753"/>
          </a:xfrm>
        </p:spPr>
        <p:txBody>
          <a:bodyPr anchor="t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7170E633-6266-4EC2-8D09-5756E516ACDD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1902190" y="2134650"/>
            <a:ext cx="4500000" cy="720000"/>
          </a:xfrm>
        </p:spPr>
        <p:txBody>
          <a:bodyPr anchor="b"/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424636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C713"/>
              </a:gs>
              <a:gs pos="50000">
                <a:srgbClr val="74C713"/>
              </a:gs>
              <a:gs pos="84000">
                <a:srgbClr val="74C713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854344" y="1462158"/>
            <a:ext cx="4500000" cy="1440753"/>
          </a:xfrm>
        </p:spPr>
        <p:txBody>
          <a:bodyPr anchor="b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EC2FDB11-8E61-4546-A516-DC5DB23A5BAC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55681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3"/>
                </a:solidFill>
              </a:defRPr>
            </a:lvl1pPr>
            <a:lvl2pPr marL="0" indent="0" algn="l">
              <a:buNone/>
              <a:defRPr sz="2400" b="1">
                <a:solidFill>
                  <a:schemeClr val="accent3"/>
                </a:solidFill>
              </a:defRPr>
            </a:lvl2pPr>
            <a:lvl3pPr marL="0" indent="0" algn="l">
              <a:buNone/>
              <a:defRPr sz="2400" b="1">
                <a:solidFill>
                  <a:schemeClr val="accent3"/>
                </a:solidFill>
              </a:defRPr>
            </a:lvl3pPr>
            <a:lvl4pPr marL="0" indent="0" algn="l">
              <a:buNone/>
              <a:defRPr sz="2400" b="1">
                <a:solidFill>
                  <a:schemeClr val="accent3"/>
                </a:solidFill>
              </a:defRPr>
            </a:lvl4pPr>
            <a:lvl5pPr marL="0" indent="0" algn="l">
              <a:buNone/>
              <a:defRPr sz="2400" b="1">
                <a:solidFill>
                  <a:schemeClr val="accent3"/>
                </a:solidFill>
              </a:defRPr>
            </a:lvl5pPr>
            <a:lvl6pPr marL="0" indent="0" algn="l">
              <a:buNone/>
              <a:defRPr sz="2400" b="1">
                <a:solidFill>
                  <a:schemeClr val="accent3"/>
                </a:solidFill>
              </a:defRPr>
            </a:lvl6pPr>
            <a:lvl7pPr marL="0" indent="0" algn="l">
              <a:buNone/>
              <a:defRPr sz="2400" b="1">
                <a:solidFill>
                  <a:schemeClr val="accent3"/>
                </a:solidFill>
              </a:defRPr>
            </a:lvl7pPr>
            <a:lvl8pPr marL="0" indent="0" algn="l">
              <a:buNone/>
              <a:defRPr sz="2400" b="1">
                <a:solidFill>
                  <a:schemeClr val="accent3"/>
                </a:solidFill>
              </a:defRPr>
            </a:lvl8pPr>
            <a:lvl9pPr marL="0" indent="0" algn="l">
              <a:buNone/>
              <a:defRPr sz="24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 bwMode="black">
          <a:xfrm>
            <a:off x="759608" y="1"/>
            <a:ext cx="4148849" cy="6858000"/>
            <a:chOff x="-13927138" y="-1074738"/>
            <a:chExt cx="4913313" cy="8121651"/>
          </a:xfrm>
          <a:solidFill>
            <a:schemeClr val="bg1"/>
          </a:solidFill>
        </p:grpSpPr>
        <p:sp>
          <p:nvSpPr>
            <p:cNvPr id="26" name="Freeform 6"/>
            <p:cNvSpPr>
              <a:spLocks/>
            </p:cNvSpPr>
            <p:nvPr userDrawn="1"/>
          </p:nvSpPr>
          <p:spPr bwMode="black">
            <a:xfrm>
              <a:off x="-13927138" y="-1074738"/>
              <a:ext cx="2947988" cy="8121651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 userDrawn="1"/>
          </p:nvSpPr>
          <p:spPr bwMode="black">
            <a:xfrm>
              <a:off x="-10623550" y="-1074738"/>
              <a:ext cx="1609725" cy="8121651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4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2702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BF5C721-1D40-4EA4-99E1-FA58D5764188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2140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57AB03B9-A374-4410-821D-6068806042C4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981820" y="1732750"/>
            <a:ext cx="5220000" cy="475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7"/>
          </p:nvPr>
        </p:nvSpPr>
        <p:spPr>
          <a:xfrm>
            <a:off x="6559603" y="1732750"/>
            <a:ext cx="5220000" cy="475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35319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619">
          <p15:clr>
            <a:srgbClr val="FBAE40"/>
          </p15:clr>
        </p15:guide>
        <p15:guide id="7" pos="742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2) &amp; Image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4043034-6790-4149-B64E-CAC485301312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 (left)"/>
          <p:cNvSpPr>
            <a:spLocks noGrp="1"/>
          </p:cNvSpPr>
          <p:nvPr>
            <p:ph type="body" sz="quarter" idx="14"/>
          </p:nvPr>
        </p:nvSpPr>
        <p:spPr bwMode="gray">
          <a:xfrm>
            <a:off x="981820" y="3892749"/>
            <a:ext cx="5220000" cy="259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 (right)"/>
          <p:cNvSpPr>
            <a:spLocks noGrp="1"/>
          </p:cNvSpPr>
          <p:nvPr>
            <p:ph type="body" sz="quarter" idx="15"/>
          </p:nvPr>
        </p:nvSpPr>
        <p:spPr bwMode="gray">
          <a:xfrm>
            <a:off x="6559719" y="3892749"/>
            <a:ext cx="5220000" cy="2592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 14 (left)"/>
          <p:cNvSpPr>
            <a:spLocks noGrp="1"/>
          </p:cNvSpPr>
          <p:nvPr>
            <p:ph type="pic" sz="quarter" idx="16"/>
          </p:nvPr>
        </p:nvSpPr>
        <p:spPr bwMode="gray">
          <a:xfrm>
            <a:off x="981820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 (right)"/>
          <p:cNvSpPr>
            <a:spLocks noGrp="1"/>
          </p:cNvSpPr>
          <p:nvPr>
            <p:ph type="pic" sz="quarter" idx="17"/>
          </p:nvPr>
        </p:nvSpPr>
        <p:spPr bwMode="gray">
          <a:xfrm>
            <a:off x="6559719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70467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2228">
          <p15:clr>
            <a:srgbClr val="FBAE40"/>
          </p15:clr>
        </p15:guide>
        <p15:guide id="4" orient="horz" pos="2455">
          <p15:clr>
            <a:srgbClr val="FBAE40"/>
          </p15:clr>
        </p15:guide>
        <p15:guide id="5" pos="619">
          <p15:clr>
            <a:srgbClr val="FBAE40"/>
          </p15:clr>
        </p15:guide>
        <p15:guide id="6" pos="7423">
          <p15:clr>
            <a:srgbClr val="FBAE40"/>
          </p15:clr>
        </p15:guide>
        <p15:guide id="7" orient="horz" pos="1094">
          <p15:clr>
            <a:srgbClr val="FBAE40"/>
          </p15:clr>
        </p15:guide>
        <p15:guide id="8" orient="horz" pos="408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981821" y="181938"/>
            <a:ext cx="1079846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B4C7129-0516-4D39-95C4-C17CDDE84E06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76480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6">
          <p15:clr>
            <a:srgbClr val="FBAE40"/>
          </p15:clr>
        </p15:guide>
        <p15:guide id="4" orient="horz" pos="1094">
          <p15:clr>
            <a:srgbClr val="FBAE40"/>
          </p15:clr>
        </p15:guide>
        <p15:guide id="5" pos="2150">
          <p15:clr>
            <a:srgbClr val="FBAE40"/>
          </p15:clr>
        </p15:guide>
        <p15:guide id="6" pos="2376">
          <p15:clr>
            <a:srgbClr val="FBAE40"/>
          </p15:clr>
        </p15:guide>
        <p15:guide id="7" pos="3908">
          <p15:clr>
            <a:srgbClr val="FBAE40"/>
          </p15:clr>
        </p15:guide>
        <p15:guide id="8" pos="4021">
          <p15:clr>
            <a:srgbClr val="FBAE40"/>
          </p15:clr>
        </p15:guide>
        <p15:guide id="9" pos="4134">
          <p15:clr>
            <a:srgbClr val="FBAE40"/>
          </p15:clr>
        </p15:guide>
        <p15:guide id="10" pos="5667">
          <p15:clr>
            <a:srgbClr val="FBAE40"/>
          </p15:clr>
        </p15:guide>
        <p15:guide id="11" pos="5894">
          <p15:clr>
            <a:srgbClr val="FBAE40"/>
          </p15:clr>
        </p15:guide>
        <p15:guide id="12" orient="horz" pos="2478">
          <p15:clr>
            <a:srgbClr val="FBAE40"/>
          </p15:clr>
        </p15:guide>
        <p15:guide id="13" orient="horz" pos="2704">
          <p15:clr>
            <a:srgbClr val="FBAE40"/>
          </p15:clr>
        </p15:guide>
        <p15:guide id="14" orient="horz" pos="259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>
            <a:spLocks noGrp="1"/>
          </p:cNvSpPr>
          <p:nvPr>
            <p:ph type="subTitle" idx="1"/>
          </p:nvPr>
        </p:nvSpPr>
        <p:spPr bwMode="gray">
          <a:xfrm>
            <a:off x="980282" y="1052513"/>
            <a:ext cx="10800000" cy="5432237"/>
          </a:xfrm>
        </p:spPr>
        <p:txBody>
          <a:bodyPr bIns="0" anchor="ctr"/>
          <a:lstStyle>
            <a:lvl1pPr marL="0" indent="0" algn="l">
              <a:buNone/>
              <a:defRPr sz="6600">
                <a:solidFill>
                  <a:schemeClr val="tx2"/>
                </a:solidFill>
              </a:defRPr>
            </a:lvl1pPr>
            <a:lvl2pPr marL="0" indent="0" algn="l">
              <a:buNone/>
              <a:defRPr sz="6600">
                <a:solidFill>
                  <a:schemeClr val="tx2"/>
                </a:solidFill>
              </a:defRPr>
            </a:lvl2pPr>
            <a:lvl3pPr marL="0" indent="0" algn="l">
              <a:buNone/>
              <a:defRPr sz="6600">
                <a:solidFill>
                  <a:schemeClr val="tx2"/>
                </a:solidFill>
              </a:defRPr>
            </a:lvl3pPr>
            <a:lvl4pPr marL="0" indent="0" algn="l">
              <a:buNone/>
              <a:defRPr sz="6600">
                <a:solidFill>
                  <a:schemeClr val="tx2"/>
                </a:solidFill>
              </a:defRPr>
            </a:lvl4pPr>
            <a:lvl5pPr marL="0" indent="0" algn="l">
              <a:buNone/>
              <a:defRPr sz="6600">
                <a:solidFill>
                  <a:schemeClr val="tx2"/>
                </a:solidFill>
              </a:defRPr>
            </a:lvl5pPr>
            <a:lvl6pPr marL="0" indent="0" algn="l">
              <a:buNone/>
              <a:defRPr sz="6600">
                <a:solidFill>
                  <a:schemeClr val="tx2"/>
                </a:solidFill>
              </a:defRPr>
            </a:lvl6pPr>
            <a:lvl7pPr marL="0" indent="0" algn="l">
              <a:buNone/>
              <a:defRPr sz="6600">
                <a:solidFill>
                  <a:schemeClr val="tx2"/>
                </a:solidFill>
              </a:defRPr>
            </a:lvl7pPr>
            <a:lvl8pPr marL="0" indent="0" algn="l">
              <a:buNone/>
              <a:defRPr sz="6600">
                <a:solidFill>
                  <a:schemeClr val="tx2"/>
                </a:solidFill>
              </a:defRPr>
            </a:lvl8pPr>
            <a:lvl9pPr marL="0" indent="0" algn="l">
              <a:buNone/>
              <a:defRPr sz="66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5FBE98F-E63C-4783-8C87-99B2C299DBA3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5458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663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E0E154D-2B30-4414-AF1B-5CD5450EFC82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14"/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7033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2760">
                <a:srgbClr val="00617F"/>
              </a:gs>
              <a:gs pos="0">
                <a:srgbClr val="00617F"/>
              </a:gs>
              <a:gs pos="72000">
                <a:srgbClr val="10384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19" y="1732422"/>
            <a:ext cx="5381498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518BD629-475B-4A14-8CFE-14BC309F29F6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19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40000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2B6636"/>
              </a:gs>
              <a:gs pos="0">
                <a:srgbClr val="2B6636"/>
              </a:gs>
              <a:gs pos="72000">
                <a:srgbClr val="00442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1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AD6DD47-4A00-4A0F-A6B2-3C9A3CDDF41B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4440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624963"/>
              </a:gs>
              <a:gs pos="0">
                <a:srgbClr val="624963"/>
              </a:gs>
              <a:gs pos="72000">
                <a:srgbClr val="443247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0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BC25E27A-E251-409E-B8F5-E4A5B299A3B1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26607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7BB9952-2023-48DD-9D3E-028666D3F810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4"/>
          </p:nvPr>
        </p:nvSpPr>
        <p:spPr bwMode="gray">
          <a:xfrm>
            <a:off x="4077841" y="0"/>
            <a:ext cx="8114953" cy="6858000"/>
          </a:xfrm>
          <a:custGeom>
            <a:avLst/>
            <a:gdLst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6858000 h 6858000"/>
              <a:gd name="connsiteX4" fmla="*/ 8112572 w 8112573"/>
              <a:gd name="connsiteY4" fmla="*/ 5739354 h 6858000"/>
              <a:gd name="connsiteX5" fmla="*/ 3275459 w 8112573"/>
              <a:gd name="connsiteY5" fmla="*/ 6858000 h 6858000"/>
              <a:gd name="connsiteX6" fmla="*/ 0 w 8112573"/>
              <a:gd name="connsiteY6" fmla="*/ 685800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5739354 h 6858000"/>
              <a:gd name="connsiteX4" fmla="*/ 3275459 w 8112573"/>
              <a:gd name="connsiteY4" fmla="*/ 6858000 h 6858000"/>
              <a:gd name="connsiteX5" fmla="*/ 0 w 8112573"/>
              <a:gd name="connsiteY5" fmla="*/ 6858000 h 6858000"/>
              <a:gd name="connsiteX6" fmla="*/ 1341581 w 8112573"/>
              <a:gd name="connsiteY6" fmla="*/ 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2 w 8112573"/>
              <a:gd name="connsiteY2" fmla="*/ 5739354 h 6858000"/>
              <a:gd name="connsiteX3" fmla="*/ 3275459 w 8112573"/>
              <a:gd name="connsiteY3" fmla="*/ 6858000 h 6858000"/>
              <a:gd name="connsiteX4" fmla="*/ 0 w 8112573"/>
              <a:gd name="connsiteY4" fmla="*/ 6858000 h 6858000"/>
              <a:gd name="connsiteX5" fmla="*/ 1341581 w 8112573"/>
              <a:gd name="connsiteY5" fmla="*/ 0 h 6858000"/>
              <a:gd name="connsiteX0" fmla="*/ 1341581 w 8114953"/>
              <a:gd name="connsiteY0" fmla="*/ 0 h 6858000"/>
              <a:gd name="connsiteX1" fmla="*/ 8112573 w 8114953"/>
              <a:gd name="connsiteY1" fmla="*/ 0 h 6858000"/>
              <a:gd name="connsiteX2" fmla="*/ 8114953 w 8114953"/>
              <a:gd name="connsiteY2" fmla="*/ 6003673 h 6858000"/>
              <a:gd name="connsiteX3" fmla="*/ 3275459 w 8114953"/>
              <a:gd name="connsiteY3" fmla="*/ 6858000 h 6858000"/>
              <a:gd name="connsiteX4" fmla="*/ 0 w 8114953"/>
              <a:gd name="connsiteY4" fmla="*/ 6858000 h 6858000"/>
              <a:gd name="connsiteX5" fmla="*/ 1341581 w 8114953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4953" h="6858000">
                <a:moveTo>
                  <a:pt x="1341581" y="0"/>
                </a:moveTo>
                <a:lnTo>
                  <a:pt x="8112573" y="0"/>
                </a:lnTo>
                <a:cubicBezTo>
                  <a:pt x="8112573" y="1913118"/>
                  <a:pt x="8114953" y="4090555"/>
                  <a:pt x="8114953" y="6003673"/>
                </a:cubicBezTo>
                <a:lnTo>
                  <a:pt x="3275459" y="6858000"/>
                </a:ln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772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62231CC-09F4-4A5E-9284-A5449C2667B2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 bwMode="gray">
          <a:xfrm>
            <a:off x="4077842" y="0"/>
            <a:ext cx="8114954" cy="6858000"/>
          </a:xfrm>
          <a:custGeom>
            <a:avLst/>
            <a:gdLst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6858000 h 6858000"/>
              <a:gd name="connsiteX4" fmla="*/ 8112572 w 8112573"/>
              <a:gd name="connsiteY4" fmla="*/ 5739354 h 6858000"/>
              <a:gd name="connsiteX5" fmla="*/ 3275459 w 8112573"/>
              <a:gd name="connsiteY5" fmla="*/ 6858000 h 6858000"/>
              <a:gd name="connsiteX6" fmla="*/ 0 w 8112573"/>
              <a:gd name="connsiteY6" fmla="*/ 685800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5739354 h 6858000"/>
              <a:gd name="connsiteX4" fmla="*/ 3275459 w 8112573"/>
              <a:gd name="connsiteY4" fmla="*/ 6858000 h 6858000"/>
              <a:gd name="connsiteX5" fmla="*/ 0 w 8112573"/>
              <a:gd name="connsiteY5" fmla="*/ 6858000 h 6858000"/>
              <a:gd name="connsiteX6" fmla="*/ 1341581 w 8112573"/>
              <a:gd name="connsiteY6" fmla="*/ 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2 w 8112573"/>
              <a:gd name="connsiteY2" fmla="*/ 5739354 h 6858000"/>
              <a:gd name="connsiteX3" fmla="*/ 3275459 w 8112573"/>
              <a:gd name="connsiteY3" fmla="*/ 6858000 h 6858000"/>
              <a:gd name="connsiteX4" fmla="*/ 0 w 8112573"/>
              <a:gd name="connsiteY4" fmla="*/ 6858000 h 6858000"/>
              <a:gd name="connsiteX5" fmla="*/ 1341581 w 8112573"/>
              <a:gd name="connsiteY5" fmla="*/ 0 h 6858000"/>
              <a:gd name="connsiteX0" fmla="*/ 1341581 w 8114954"/>
              <a:gd name="connsiteY0" fmla="*/ 0 h 6858000"/>
              <a:gd name="connsiteX1" fmla="*/ 8112573 w 8114954"/>
              <a:gd name="connsiteY1" fmla="*/ 0 h 6858000"/>
              <a:gd name="connsiteX2" fmla="*/ 8114954 w 8114954"/>
              <a:gd name="connsiteY2" fmla="*/ 6003672 h 6858000"/>
              <a:gd name="connsiteX3" fmla="*/ 3275459 w 8114954"/>
              <a:gd name="connsiteY3" fmla="*/ 6858000 h 6858000"/>
              <a:gd name="connsiteX4" fmla="*/ 0 w 8114954"/>
              <a:gd name="connsiteY4" fmla="*/ 6858000 h 6858000"/>
              <a:gd name="connsiteX5" fmla="*/ 1341581 w 8114954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3" y="0"/>
                </a:lnTo>
                <a:cubicBezTo>
                  <a:pt x="8112573" y="1913118"/>
                  <a:pt x="8114954" y="4090554"/>
                  <a:pt x="8114954" y="6003672"/>
                </a:cubicBezTo>
                <a:lnTo>
                  <a:pt x="3275459" y="6858000"/>
                </a:ln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334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7535B2DB-6070-4A8E-9B9A-582DA9C6F93A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 bwMode="gray">
          <a:xfrm>
            <a:off x="4077841" y="0"/>
            <a:ext cx="8112573" cy="6858000"/>
          </a:xfrm>
          <a:custGeom>
            <a:avLst/>
            <a:gdLst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6858000 h 6858000"/>
              <a:gd name="connsiteX4" fmla="*/ 8112572 w 8112573"/>
              <a:gd name="connsiteY4" fmla="*/ 5739354 h 6858000"/>
              <a:gd name="connsiteX5" fmla="*/ 3275459 w 8112573"/>
              <a:gd name="connsiteY5" fmla="*/ 6858000 h 6858000"/>
              <a:gd name="connsiteX6" fmla="*/ 0 w 8112573"/>
              <a:gd name="connsiteY6" fmla="*/ 685800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5739354 h 6858000"/>
              <a:gd name="connsiteX4" fmla="*/ 3275459 w 8112573"/>
              <a:gd name="connsiteY4" fmla="*/ 6858000 h 6858000"/>
              <a:gd name="connsiteX5" fmla="*/ 0 w 8112573"/>
              <a:gd name="connsiteY5" fmla="*/ 6858000 h 6858000"/>
              <a:gd name="connsiteX6" fmla="*/ 1341581 w 8112573"/>
              <a:gd name="connsiteY6" fmla="*/ 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2 w 8112573"/>
              <a:gd name="connsiteY2" fmla="*/ 5739354 h 6858000"/>
              <a:gd name="connsiteX3" fmla="*/ 3275459 w 8112573"/>
              <a:gd name="connsiteY3" fmla="*/ 6858000 h 6858000"/>
              <a:gd name="connsiteX4" fmla="*/ 0 w 8112573"/>
              <a:gd name="connsiteY4" fmla="*/ 6858000 h 6858000"/>
              <a:gd name="connsiteX5" fmla="*/ 1341581 w 8112573"/>
              <a:gd name="connsiteY5" fmla="*/ 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2 w 8112573"/>
              <a:gd name="connsiteY2" fmla="*/ 6001292 h 6858000"/>
              <a:gd name="connsiteX3" fmla="*/ 3275459 w 8112573"/>
              <a:gd name="connsiteY3" fmla="*/ 6858000 h 6858000"/>
              <a:gd name="connsiteX4" fmla="*/ 0 w 8112573"/>
              <a:gd name="connsiteY4" fmla="*/ 6858000 h 6858000"/>
              <a:gd name="connsiteX5" fmla="*/ 1341581 w 8112573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2573" h="6858000">
                <a:moveTo>
                  <a:pt x="1341581" y="0"/>
                </a:moveTo>
                <a:lnTo>
                  <a:pt x="8112573" y="0"/>
                </a:lnTo>
                <a:cubicBezTo>
                  <a:pt x="8112573" y="1913118"/>
                  <a:pt x="8112572" y="4088174"/>
                  <a:pt x="8112572" y="6001292"/>
                </a:cubicBezTo>
                <a:lnTo>
                  <a:pt x="3275459" y="6858000"/>
                </a:ln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438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3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0682F5-D540-4F7E-A44F-370516830E3A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7BC65189-201A-44F7-BCB3-0313BF313DD6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05FA33A-AA9A-408D-825F-3DD716E7434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4112871" y="0"/>
            <a:ext cx="3984707" cy="6858000"/>
          </a:xfrm>
          <a:custGeom>
            <a:avLst/>
            <a:gdLst>
              <a:gd name="connsiteX0" fmla="*/ 2693218 w 3984707"/>
              <a:gd name="connsiteY0" fmla="*/ 6856945 h 6858000"/>
              <a:gd name="connsiteX1" fmla="*/ 2698647 w 3984707"/>
              <a:gd name="connsiteY1" fmla="*/ 6858000 h 6858000"/>
              <a:gd name="connsiteX2" fmla="*/ 2693014 w 3984707"/>
              <a:gd name="connsiteY2" fmla="*/ 6858000 h 6858000"/>
              <a:gd name="connsiteX3" fmla="*/ 1331361 w 3984707"/>
              <a:gd name="connsiteY3" fmla="*/ 0 h 6858000"/>
              <a:gd name="connsiteX4" fmla="*/ 3984707 w 3984707"/>
              <a:gd name="connsiteY4" fmla="*/ 0 h 6858000"/>
              <a:gd name="connsiteX5" fmla="*/ 2660015 w 3984707"/>
              <a:gd name="connsiteY5" fmla="*/ 6858000 h 6858000"/>
              <a:gd name="connsiteX6" fmla="*/ 0 w 398470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84707" h="6858000">
                <a:moveTo>
                  <a:pt x="2693218" y="6856945"/>
                </a:moveTo>
                <a:lnTo>
                  <a:pt x="2698647" y="6858000"/>
                </a:lnTo>
                <a:lnTo>
                  <a:pt x="2693014" y="6858000"/>
                </a:lnTo>
                <a:close/>
                <a:moveTo>
                  <a:pt x="1331361" y="0"/>
                </a:moveTo>
                <a:lnTo>
                  <a:pt x="3984707" y="0"/>
                </a:lnTo>
                <a:lnTo>
                  <a:pt x="266001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0D031B8-1221-4B6F-92FB-4684EFA4710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6805884" y="0"/>
            <a:ext cx="3995338" cy="6858000"/>
          </a:xfrm>
          <a:custGeom>
            <a:avLst/>
            <a:gdLst>
              <a:gd name="connsiteX0" fmla="*/ 1324692 w 3995338"/>
              <a:gd name="connsiteY0" fmla="*/ 0 h 6858000"/>
              <a:gd name="connsiteX1" fmla="*/ 3995338 w 3995338"/>
              <a:gd name="connsiteY1" fmla="*/ 0 h 6858000"/>
              <a:gd name="connsiteX2" fmla="*/ 2745906 w 3995338"/>
              <a:gd name="connsiteY2" fmla="*/ 6468865 h 6858000"/>
              <a:gd name="connsiteX3" fmla="*/ 2748727 w 3995338"/>
              <a:gd name="connsiteY3" fmla="*/ 6469398 h 6858000"/>
              <a:gd name="connsiteX4" fmla="*/ 547416 w 3995338"/>
              <a:gd name="connsiteY4" fmla="*/ 6858000 h 6858000"/>
              <a:gd name="connsiteX5" fmla="*/ 0 w 3995338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95338" h="6858000">
                <a:moveTo>
                  <a:pt x="1324692" y="0"/>
                </a:moveTo>
                <a:lnTo>
                  <a:pt x="3995338" y="0"/>
                </a:lnTo>
                <a:lnTo>
                  <a:pt x="2745906" y="6468865"/>
                </a:lnTo>
                <a:lnTo>
                  <a:pt x="2748727" y="6469398"/>
                </a:lnTo>
                <a:lnTo>
                  <a:pt x="54741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FCA7AC5F-6522-4DEE-BA7A-D67ED03A7E2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585640" y="0"/>
            <a:ext cx="2607154" cy="6463920"/>
          </a:xfrm>
          <a:custGeom>
            <a:avLst/>
            <a:gdLst>
              <a:gd name="connsiteX0" fmla="*/ 1248571 w 2607154"/>
              <a:gd name="connsiteY0" fmla="*/ 0 h 6463920"/>
              <a:gd name="connsiteX1" fmla="*/ 2604774 w 2607154"/>
              <a:gd name="connsiteY1" fmla="*/ 0 h 6463920"/>
              <a:gd name="connsiteX2" fmla="*/ 2607154 w 2607154"/>
              <a:gd name="connsiteY2" fmla="*/ 6003673 h 6463920"/>
              <a:gd name="connsiteX3" fmla="*/ 0 w 2607154"/>
              <a:gd name="connsiteY3" fmla="*/ 6463920 h 646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7154" h="6463920">
                <a:moveTo>
                  <a:pt x="1248571" y="0"/>
                </a:moveTo>
                <a:lnTo>
                  <a:pt x="2604774" y="0"/>
                </a:lnTo>
                <a:cubicBezTo>
                  <a:pt x="2604774" y="1913118"/>
                  <a:pt x="2607154" y="4090555"/>
                  <a:pt x="2607154" y="6003673"/>
                </a:cubicBezTo>
                <a:lnTo>
                  <a:pt x="0" y="6463920"/>
                </a:lnTo>
                <a:close/>
              </a:path>
            </a:pathLst>
          </a:custGeom>
        </p:spPr>
        <p:txBody>
          <a:bodyPr wrap="square" tIns="936000" anchor="ctr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</a:t>
            </a:r>
            <a:br>
              <a:rPr lang="en-US" dirty="0"/>
            </a:br>
            <a:r>
              <a:rPr lang="en-US" dirty="0"/>
              <a:t>add picture</a:t>
            </a:r>
            <a:endParaRPr lang="de-DE" dirty="0"/>
          </a:p>
        </p:txBody>
      </p:sp>
      <p:sp>
        <p:nvSpPr>
          <p:cNvPr id="7" name="MIO_VALID_LAYOUT" hidden="1">
            <a:extLst>
              <a:ext uri="{FF2B5EF4-FFF2-40B4-BE49-F238E27FC236}">
                <a16:creationId xmlns:a16="http://schemas.microsoft.com/office/drawing/2014/main" id="{1D22FA5E-0BC7-4401-A5BD-77730EA9E1A3}"/>
              </a:ext>
            </a:extLst>
          </p:cNvPr>
          <p:cNvSpPr/>
          <p:nvPr userDrawn="1"/>
        </p:nvSpPr>
        <p:spPr bwMode="gray">
          <a:xfrm>
            <a:off x="69574" y="0"/>
            <a:ext cx="198783" cy="1320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ogoschutz" hidden="1">
            <a:extLst>
              <a:ext uri="{FF2B5EF4-FFF2-40B4-BE49-F238E27FC236}">
                <a16:creationId xmlns:a16="http://schemas.microsoft.com/office/drawing/2014/main" id="{4023B47B-B6DF-4539-AC89-0228A14ED20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4492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980281" y="1732751"/>
            <a:ext cx="1080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81821" y="181938"/>
            <a:ext cx="10798460" cy="864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noFill/>
              </a:defRPr>
            </a:lvl1pPr>
            <a:lvl2pPr marL="1588" indent="0" algn="r">
              <a:defRPr sz="700">
                <a:noFill/>
              </a:defRPr>
            </a:lvl2pPr>
            <a:lvl3pPr marL="0" indent="0" algn="r">
              <a:defRPr sz="700">
                <a:noFill/>
              </a:defRPr>
            </a:lvl3pPr>
            <a:lvl4pPr marL="0" indent="0" algn="r">
              <a:tabLst/>
              <a:defRPr sz="700">
                <a:noFill/>
              </a:defRPr>
            </a:lvl4pPr>
            <a:lvl5pPr marL="0" indent="0" algn="r">
              <a:defRPr sz="700">
                <a:noFill/>
              </a:defRPr>
            </a:lvl5pPr>
            <a:lvl6pPr marL="0" indent="0" algn="r">
              <a:defRPr sz="700">
                <a:noFill/>
              </a:defRPr>
            </a:lvl6pPr>
            <a:lvl7pPr marL="0" indent="0" algn="r">
              <a:defRPr sz="700">
                <a:noFill/>
              </a:defRPr>
            </a:lvl7pPr>
            <a:lvl8pPr marL="0" indent="0" algn="r">
              <a:defRPr sz="700">
                <a:noFill/>
              </a:defRPr>
            </a:lvl8pPr>
            <a:lvl9pPr marL="0" indent="0" algn="r">
              <a:defRPr sz="700">
                <a:noFill/>
              </a:defRPr>
            </a:lvl9pPr>
          </a:lstStyle>
          <a:p>
            <a:fld id="{9ED5D71D-07B8-4482-A48C-719943BF0A45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974672" y="6617933"/>
            <a:ext cx="864000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700">
                <a:solidFill>
                  <a:schemeClr val="accent1"/>
                </a:solidFill>
              </a:defRPr>
            </a:lvl1pPr>
            <a:lvl2pPr marL="0" indent="0">
              <a:defRPr sz="700">
                <a:solidFill>
                  <a:schemeClr val="accent1"/>
                </a:solidFill>
              </a:defRPr>
            </a:lvl2pPr>
            <a:lvl3pPr marL="0" indent="0">
              <a:defRPr sz="700">
                <a:solidFill>
                  <a:schemeClr val="accent1"/>
                </a:solidFill>
              </a:defRPr>
            </a:lvl3pPr>
            <a:lvl4pPr marL="0" indent="0">
              <a:defRPr sz="700">
                <a:solidFill>
                  <a:schemeClr val="accent1"/>
                </a:solidFill>
              </a:defRPr>
            </a:lvl4pPr>
            <a:lvl5pPr marL="0" indent="0">
              <a:defRPr sz="700">
                <a:solidFill>
                  <a:schemeClr val="accent1"/>
                </a:solidFill>
              </a:defRPr>
            </a:lvl5pPr>
            <a:lvl6pPr marL="0" indent="0">
              <a:tabLst/>
              <a:defRPr sz="700">
                <a:solidFill>
                  <a:schemeClr val="accent1"/>
                </a:solidFill>
              </a:defRPr>
            </a:lvl6pPr>
            <a:lvl7pPr marL="0" indent="0">
              <a:tabLst/>
              <a:defRPr sz="700">
                <a:solidFill>
                  <a:schemeClr val="accent1"/>
                </a:solidFill>
              </a:defRPr>
            </a:lvl7pPr>
            <a:lvl8pPr marL="0" indent="0">
              <a:defRPr sz="700">
                <a:solidFill>
                  <a:schemeClr val="accent1"/>
                </a:solidFill>
              </a:defRPr>
            </a:lvl8pPr>
            <a:lvl9pPr marL="0" indent="0">
              <a:defRPr sz="700">
                <a:solidFill>
                  <a:schemeClr val="accent1"/>
                </a:solidFill>
              </a:defRPr>
            </a:lvl9pPr>
          </a:lstStyle>
          <a:p>
            <a:r>
              <a:rPr lang="en-US"/>
              <a:t>/// Bayer 16:9 Template Chart Pool /// August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95843" y="6617933"/>
            <a:ext cx="392326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accent2"/>
                </a:solidFill>
              </a:defRPr>
            </a:lvl1pPr>
            <a:lvl2pPr marL="0" indent="0" algn="ctr">
              <a:defRPr sz="700">
                <a:solidFill>
                  <a:schemeClr val="accent2"/>
                </a:solidFill>
              </a:defRPr>
            </a:lvl2pPr>
            <a:lvl3pPr marL="0" indent="0" algn="ctr">
              <a:defRPr sz="700">
                <a:solidFill>
                  <a:schemeClr val="accent2"/>
                </a:solidFill>
              </a:defRPr>
            </a:lvl3pPr>
            <a:lvl4pPr marL="0" indent="0" algn="ctr">
              <a:defRPr sz="700">
                <a:solidFill>
                  <a:schemeClr val="accent2"/>
                </a:solidFill>
              </a:defRPr>
            </a:lvl4pPr>
            <a:lvl5pPr marL="0" indent="0" algn="ctr">
              <a:defRPr sz="700">
                <a:solidFill>
                  <a:schemeClr val="accent2"/>
                </a:solidFill>
              </a:defRPr>
            </a:lvl5pPr>
            <a:lvl6pPr marL="0" indent="0" algn="ctr">
              <a:defRPr sz="700">
                <a:solidFill>
                  <a:schemeClr val="accent2"/>
                </a:solidFill>
              </a:defRPr>
            </a:lvl6pPr>
            <a:lvl7pPr marL="0" indent="0" algn="ctr">
              <a:defRPr sz="700">
                <a:solidFill>
                  <a:schemeClr val="accent2"/>
                </a:solidFill>
              </a:defRPr>
            </a:lvl7pPr>
            <a:lvl8pPr marL="0" indent="0" algn="ctr">
              <a:defRPr sz="700">
                <a:solidFill>
                  <a:schemeClr val="accent2"/>
                </a:solidFill>
              </a:defRPr>
            </a:lvl8pPr>
            <a:lvl9pPr marL="0" indent="0" algn="ctr">
              <a:defRPr sz="700">
                <a:solidFill>
                  <a:schemeClr val="accent2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empower - DO NOT DELETE!!!" hidden="1"/>
          <p:cNvSpPr/>
          <p:nvPr userDrawn="1">
            <p:custDataLst>
              <p:tags r:id="rId2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E0CA5-99FE-D64D-4F0C-3B3997FBA27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756900" y="6459220"/>
            <a:ext cx="1433513" cy="3352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2200">
                <a:solidFill>
                  <a:srgbClr val="FF8939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3962558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6" r:id="rId1"/>
    <p:sldLayoutId id="2147484357" r:id="rId2"/>
    <p:sldLayoutId id="2147484358" r:id="rId3"/>
    <p:sldLayoutId id="2147484359" r:id="rId4"/>
    <p:sldLayoutId id="2147484360" r:id="rId5"/>
    <p:sldLayoutId id="2147484361" r:id="rId6"/>
    <p:sldLayoutId id="2147484362" r:id="rId7"/>
    <p:sldLayoutId id="2147484363" r:id="rId8"/>
    <p:sldLayoutId id="2147484364" r:id="rId9"/>
    <p:sldLayoutId id="2147484365" r:id="rId10"/>
    <p:sldLayoutId id="2147484366" r:id="rId11"/>
    <p:sldLayoutId id="2147484367" r:id="rId12"/>
    <p:sldLayoutId id="2147484368" r:id="rId13"/>
    <p:sldLayoutId id="2147484369" r:id="rId14"/>
    <p:sldLayoutId id="2147484370" r:id="rId15"/>
    <p:sldLayoutId id="2147484371" r:id="rId16"/>
    <p:sldLayoutId id="2147484372" r:id="rId17"/>
    <p:sldLayoutId id="2147484373" r:id="rId18"/>
    <p:sldLayoutId id="2147484374" r:id="rId19"/>
    <p:sldLayoutId id="2147484378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3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4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5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6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6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6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6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6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9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dnet.bayer.com/en/security-labeling.aspx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wmf"/><Relationship Id="rId5" Type="http://schemas.openxmlformats.org/officeDocument/2006/relationships/image" Target="../media/image11.wmf"/><Relationship Id="rId4" Type="http://schemas.openxmlformats.org/officeDocument/2006/relationships/image" Target="../media/image2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/// Bayer 16:9 Template Chart Pool /// August 2019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FD6DCF-47CE-45BA-ACD3-CEA541E51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560" y="2424948"/>
            <a:ext cx="4337453" cy="1440000"/>
          </a:xfrm>
        </p:spPr>
        <p:txBody>
          <a:bodyPr/>
          <a:lstStyle/>
          <a:p>
            <a:r>
              <a:rPr lang="en-US" noProof="0" dirty="0"/>
              <a:t>Cyber Security Foundation</a:t>
            </a:r>
            <a:br>
              <a:rPr lang="en-US" noProof="0" dirty="0"/>
            </a:br>
            <a:r>
              <a:rPr lang="en-US" noProof="0" dirty="0"/>
              <a:t>SAST Plan 2025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F15D099-48ED-4B9F-A1BB-00409C0ACA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July 2, 2025</a:t>
            </a:r>
          </a:p>
        </p:txBody>
      </p:sp>
      <p:pic>
        <p:nvPicPr>
          <p:cNvPr id="5" name="Bildplatzhalter 4"/>
          <p:cNvPicPr>
            <a:picLocks noGrp="1" noChangeAspect="1"/>
          </p:cNvPicPr>
          <p:nvPr>
            <p:ph type="pic" sz="quarter"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4" r="6424"/>
          <a:stretch>
            <a:fillRect/>
          </a:stretch>
        </p:blipFill>
        <p:spPr/>
      </p:pic>
      <p:pic>
        <p:nvPicPr>
          <p:cNvPr id="7" name="Bildplatzhalter 6"/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72" r="14186"/>
          <a:stretch/>
        </p:blipFill>
        <p:spPr/>
      </p:pic>
      <p:pic>
        <p:nvPicPr>
          <p:cNvPr id="12" name="Bildplatzhalter 11"/>
          <p:cNvPicPr>
            <a:picLocks noGrp="1" noChangeAspect="1"/>
          </p:cNvPicPr>
          <p:nvPr>
            <p:ph type="pic" sz="quarter" idx="19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4" r="15664"/>
          <a:stretch>
            <a:fillRect/>
          </a:stretch>
        </p:blipFill>
        <p:spPr/>
      </p:pic>
      <p:pic>
        <p:nvPicPr>
          <p:cNvPr id="2" name="Grafik 8">
            <a:extLst>
              <a:ext uri="{FF2B5EF4-FFF2-40B4-BE49-F238E27FC236}">
                <a16:creationId xmlns:a16="http://schemas.microsoft.com/office/drawing/2014/main" id="{00C37A11-A343-ABE7-FD45-85F664D283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875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2" name="Rechteck 1">
            <a:hlinkClick r:id="rId3" action="ppaction://hlinksldjump"/>
          </p:cNvPr>
          <p:cNvSpPr/>
          <p:nvPr/>
        </p:nvSpPr>
        <p:spPr bwMode="gray">
          <a:xfrm>
            <a:off x="2005337" y="1843721"/>
            <a:ext cx="4557387" cy="270829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4608F-5597-197B-45EC-62D852F5F6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5251" y="2024481"/>
            <a:ext cx="4680000" cy="4641030"/>
          </a:xfrm>
        </p:spPr>
        <p:txBody>
          <a:bodyPr/>
          <a:lstStyle/>
          <a:p>
            <a:r>
              <a:rPr lang="en-US" dirty="0"/>
              <a:t>Why</a:t>
            </a:r>
          </a:p>
          <a:p>
            <a:r>
              <a:rPr lang="en-US" dirty="0"/>
              <a:t>What</a:t>
            </a:r>
          </a:p>
          <a:p>
            <a:r>
              <a:rPr lang="en-US" dirty="0"/>
              <a:t>How</a:t>
            </a:r>
          </a:p>
          <a:p>
            <a:r>
              <a:rPr lang="en-US" dirty="0"/>
              <a:t>Who</a:t>
            </a:r>
          </a:p>
          <a:p>
            <a:r>
              <a:rPr lang="en-US" dirty="0"/>
              <a:t>When</a:t>
            </a:r>
          </a:p>
          <a:p>
            <a:r>
              <a:rPr lang="en-US" dirty="0"/>
              <a:t>Q &amp; A</a:t>
            </a:r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77DBB2A0-14BF-7D2F-01BC-B56C83817D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719080807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Why = Internal Audits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 bwMode="gray">
          <a:xfrm>
            <a:off x="748144" y="2909455"/>
            <a:ext cx="10545289" cy="3408218"/>
          </a:xfrm>
        </p:spPr>
        <p:txBody>
          <a:bodyPr/>
          <a:lstStyle/>
          <a:p>
            <a:r>
              <a:rPr lang="en-US" dirty="0"/>
              <a:t>Internal Audit team assessed several Bayer internet facing web applications</a:t>
            </a:r>
          </a:p>
          <a:p>
            <a:r>
              <a:rPr lang="en-US" dirty="0"/>
              <a:t>Found several vulnerabilities that were exploitable</a:t>
            </a:r>
          </a:p>
          <a:p>
            <a:r>
              <a:rPr lang="en-US" dirty="0"/>
              <a:t>Discovered that application security scanning was not required and/or tools not available</a:t>
            </a:r>
          </a:p>
          <a:p>
            <a:endParaRPr lang="en-US" dirty="0"/>
          </a:p>
          <a:p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ABFC83CA-6BEE-57B3-AEC4-4E4AE11A7C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54971704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3E38B-D673-7596-6CA8-58B71898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FA0B3E-C09D-7C7E-D4BF-89318745098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What = Audit Assignments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C0FCE1-7318-0468-E36F-8B1DCAA76A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48144" y="2470068"/>
            <a:ext cx="10545289" cy="3847605"/>
          </a:xfrm>
        </p:spPr>
        <p:txBody>
          <a:bodyPr/>
          <a:lstStyle/>
          <a:p>
            <a:r>
              <a:rPr lang="en-US" dirty="0"/>
              <a:t>Assigned several audit findings to Cyber Security Foundations (CSF) requiring internet facing web applications to have a </a:t>
            </a:r>
            <a:r>
              <a:rPr lang="en-US" u="sng" dirty="0"/>
              <a:t>process</a:t>
            </a:r>
            <a:r>
              <a:rPr lang="en-US" dirty="0"/>
              <a:t>, </a:t>
            </a:r>
            <a:r>
              <a:rPr lang="en-US" u="sng" dirty="0"/>
              <a:t>tools</a:t>
            </a:r>
            <a:r>
              <a:rPr lang="en-US" dirty="0"/>
              <a:t>, and </a:t>
            </a:r>
            <a:r>
              <a:rPr lang="en-US" u="sng" dirty="0"/>
              <a:t>policy</a:t>
            </a:r>
            <a:r>
              <a:rPr lang="en-US" dirty="0"/>
              <a:t> for application security scans:</a:t>
            </a:r>
          </a:p>
          <a:p>
            <a:pPr lvl="1"/>
            <a:r>
              <a:rPr lang="en-US" dirty="0"/>
              <a:t>DAST</a:t>
            </a:r>
          </a:p>
          <a:p>
            <a:pPr lvl="1"/>
            <a:r>
              <a:rPr lang="en-US" dirty="0"/>
              <a:t>SAST</a:t>
            </a:r>
          </a:p>
          <a:p>
            <a:pPr lvl="1"/>
            <a:r>
              <a:rPr lang="en-US" dirty="0"/>
              <a:t>SCA</a:t>
            </a:r>
          </a:p>
          <a:p>
            <a:pPr lvl="1"/>
            <a:r>
              <a:rPr lang="en-US" dirty="0"/>
              <a:t>Secrets</a:t>
            </a:r>
          </a:p>
          <a:p>
            <a:pPr lvl="1"/>
            <a:r>
              <a:rPr lang="en-US" dirty="0"/>
              <a:t>Container</a:t>
            </a:r>
          </a:p>
          <a:p>
            <a:endParaRPr lang="en-US" dirty="0"/>
          </a:p>
          <a:p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9FA12A-D320-3CD5-CAFA-7B08F2F4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427C62EA-8DFC-6C4D-84B4-075CD2AB89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79109247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8243-52FF-7096-9F41-2653A329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35DD90-81E5-9ED3-4F4B-ACD4A537993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How = SAST Vendor Selection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6832F7-742A-40B6-B7C1-C2257BE63F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2498271" y="2677892"/>
            <a:ext cx="8795162" cy="1632852"/>
          </a:xfrm>
        </p:spPr>
        <p:txBody>
          <a:bodyPr/>
          <a:lstStyle/>
          <a:p>
            <a:r>
              <a:rPr lang="en-US" dirty="0"/>
              <a:t>Evaluation volunteers from DevOps community and CSF</a:t>
            </a:r>
          </a:p>
          <a:p>
            <a:r>
              <a:rPr lang="en-US" dirty="0"/>
              <a:t>PoC’s with 6 vendors</a:t>
            </a:r>
          </a:p>
          <a:p>
            <a:r>
              <a:rPr lang="en-US" dirty="0"/>
              <a:t>Scorecard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95F785-51BC-901A-DB5E-087D17EE4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1BCA49F5-066C-38D9-D286-AF88B1D31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93060959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8A253-5458-66F5-B65C-2FCFAAD8F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78DAA-AB80-3B60-D0E1-32C1CB1013A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How = SAST Vendor Selection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9426E7-07BD-91EA-3BDD-B0C10B81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07205611-035D-3355-17C1-F0D4B5AB1A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3FF489-E701-26C9-89F8-80F51AD4F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06" y="1420627"/>
            <a:ext cx="9478654" cy="489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21285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8720-49CA-09F1-4610-F4659B1C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189D6-F762-E018-0B7B-07432D96494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How = Policy Updates &amp; Additions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1F6F81-0E36-3659-23C8-9CA77ADA28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48144" y="2024748"/>
            <a:ext cx="10545289" cy="550025"/>
          </a:xfrm>
        </p:spPr>
        <p:txBody>
          <a:bodyPr/>
          <a:lstStyle/>
          <a:p>
            <a:r>
              <a:rPr lang="en-US" dirty="0"/>
              <a:t>Updated Development Security Procedure</a:t>
            </a:r>
          </a:p>
          <a:p>
            <a:endParaRPr lang="en-US" dirty="0"/>
          </a:p>
          <a:p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B40605-68EE-2B25-F1E6-49BC79C5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1B1AE45D-6C86-F9E5-BA81-BD7E9CB388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875145-6A08-0B44-66CC-0724A8680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206" y="1554613"/>
            <a:ext cx="3649562" cy="5133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38C7A8-1400-B955-1CDA-7E186D866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762" y="2970323"/>
            <a:ext cx="9771404" cy="2467091"/>
          </a:xfrm>
          <a:custGeom>
            <a:avLst/>
            <a:gdLst>
              <a:gd name="csX0" fmla="*/ 0 w 9771404"/>
              <a:gd name="csY0" fmla="*/ 0 h 2467091"/>
              <a:gd name="csX1" fmla="*/ 574788 w 9771404"/>
              <a:gd name="csY1" fmla="*/ 0 h 2467091"/>
              <a:gd name="csX2" fmla="*/ 1051863 w 9771404"/>
              <a:gd name="csY2" fmla="*/ 0 h 2467091"/>
              <a:gd name="csX3" fmla="*/ 1626651 w 9771404"/>
              <a:gd name="csY3" fmla="*/ 0 h 2467091"/>
              <a:gd name="csX4" fmla="*/ 2299154 w 9771404"/>
              <a:gd name="csY4" fmla="*/ 0 h 2467091"/>
              <a:gd name="csX5" fmla="*/ 2971656 w 9771404"/>
              <a:gd name="csY5" fmla="*/ 0 h 2467091"/>
              <a:gd name="csX6" fmla="*/ 3644159 w 9771404"/>
              <a:gd name="csY6" fmla="*/ 0 h 2467091"/>
              <a:gd name="csX7" fmla="*/ 4414375 w 9771404"/>
              <a:gd name="csY7" fmla="*/ 0 h 2467091"/>
              <a:gd name="csX8" fmla="*/ 4989164 w 9771404"/>
              <a:gd name="csY8" fmla="*/ 0 h 2467091"/>
              <a:gd name="csX9" fmla="*/ 5661666 w 9771404"/>
              <a:gd name="csY9" fmla="*/ 0 h 2467091"/>
              <a:gd name="csX10" fmla="*/ 6236455 w 9771404"/>
              <a:gd name="csY10" fmla="*/ 0 h 2467091"/>
              <a:gd name="csX11" fmla="*/ 6811243 w 9771404"/>
              <a:gd name="csY11" fmla="*/ 0 h 2467091"/>
              <a:gd name="csX12" fmla="*/ 7386032 w 9771404"/>
              <a:gd name="csY12" fmla="*/ 0 h 2467091"/>
              <a:gd name="csX13" fmla="*/ 7667678 w 9771404"/>
              <a:gd name="csY13" fmla="*/ 0 h 2467091"/>
              <a:gd name="csX14" fmla="*/ 8340181 w 9771404"/>
              <a:gd name="csY14" fmla="*/ 0 h 2467091"/>
              <a:gd name="csX15" fmla="*/ 8621827 w 9771404"/>
              <a:gd name="csY15" fmla="*/ 0 h 2467091"/>
              <a:gd name="csX16" fmla="*/ 9196616 w 9771404"/>
              <a:gd name="csY16" fmla="*/ 0 h 2467091"/>
              <a:gd name="csX17" fmla="*/ 9771404 w 9771404"/>
              <a:gd name="csY17" fmla="*/ 0 h 2467091"/>
              <a:gd name="csX18" fmla="*/ 9771404 w 9771404"/>
              <a:gd name="csY18" fmla="*/ 542760 h 2467091"/>
              <a:gd name="csX19" fmla="*/ 9771404 w 9771404"/>
              <a:gd name="csY19" fmla="*/ 962165 h 2467091"/>
              <a:gd name="csX20" fmla="*/ 9771404 w 9771404"/>
              <a:gd name="csY20" fmla="*/ 1406242 h 2467091"/>
              <a:gd name="csX21" fmla="*/ 9771404 w 9771404"/>
              <a:gd name="csY21" fmla="*/ 1850318 h 2467091"/>
              <a:gd name="csX22" fmla="*/ 9771404 w 9771404"/>
              <a:gd name="csY22" fmla="*/ 2467091 h 2467091"/>
              <a:gd name="csX23" fmla="*/ 9196616 w 9771404"/>
              <a:gd name="csY23" fmla="*/ 2467091 h 2467091"/>
              <a:gd name="csX24" fmla="*/ 8426399 w 9771404"/>
              <a:gd name="csY24" fmla="*/ 2467091 h 2467091"/>
              <a:gd name="csX25" fmla="*/ 7851611 w 9771404"/>
              <a:gd name="csY25" fmla="*/ 2467091 h 2467091"/>
              <a:gd name="csX26" fmla="*/ 7081394 w 9771404"/>
              <a:gd name="csY26" fmla="*/ 2467091 h 2467091"/>
              <a:gd name="csX27" fmla="*/ 6506605 w 9771404"/>
              <a:gd name="csY27" fmla="*/ 2467091 h 2467091"/>
              <a:gd name="csX28" fmla="*/ 5834103 w 9771404"/>
              <a:gd name="csY28" fmla="*/ 2467091 h 2467091"/>
              <a:gd name="csX29" fmla="*/ 5552457 w 9771404"/>
              <a:gd name="csY29" fmla="*/ 2467091 h 2467091"/>
              <a:gd name="csX30" fmla="*/ 4782240 w 9771404"/>
              <a:gd name="csY30" fmla="*/ 2467091 h 2467091"/>
              <a:gd name="csX31" fmla="*/ 4305166 w 9771404"/>
              <a:gd name="csY31" fmla="*/ 2467091 h 2467091"/>
              <a:gd name="csX32" fmla="*/ 3632663 w 9771404"/>
              <a:gd name="csY32" fmla="*/ 2467091 h 2467091"/>
              <a:gd name="csX33" fmla="*/ 3351017 w 9771404"/>
              <a:gd name="csY33" fmla="*/ 2467091 h 2467091"/>
              <a:gd name="csX34" fmla="*/ 2580800 w 9771404"/>
              <a:gd name="csY34" fmla="*/ 2467091 h 2467091"/>
              <a:gd name="csX35" fmla="*/ 2103726 w 9771404"/>
              <a:gd name="csY35" fmla="*/ 2467091 h 2467091"/>
              <a:gd name="csX36" fmla="*/ 1528937 w 9771404"/>
              <a:gd name="csY36" fmla="*/ 2467091 h 2467091"/>
              <a:gd name="csX37" fmla="*/ 1149577 w 9771404"/>
              <a:gd name="csY37" fmla="*/ 2467091 h 2467091"/>
              <a:gd name="csX38" fmla="*/ 0 w 9771404"/>
              <a:gd name="csY38" fmla="*/ 2467091 h 2467091"/>
              <a:gd name="csX39" fmla="*/ 0 w 9771404"/>
              <a:gd name="csY39" fmla="*/ 1924331 h 2467091"/>
              <a:gd name="csX40" fmla="*/ 0 w 9771404"/>
              <a:gd name="csY40" fmla="*/ 1430913 h 2467091"/>
              <a:gd name="csX41" fmla="*/ 0 w 9771404"/>
              <a:gd name="csY41" fmla="*/ 1011507 h 2467091"/>
              <a:gd name="csX42" fmla="*/ 0 w 9771404"/>
              <a:gd name="csY42" fmla="*/ 493418 h 2467091"/>
              <a:gd name="csX43" fmla="*/ 0 w 9771404"/>
              <a:gd name="csY43" fmla="*/ 0 h 2467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9771404" h="2467091" fill="none" extrusionOk="0">
                <a:moveTo>
                  <a:pt x="0" y="0"/>
                </a:moveTo>
                <a:cubicBezTo>
                  <a:pt x="222266" y="-25950"/>
                  <a:pt x="432883" y="15219"/>
                  <a:pt x="574788" y="0"/>
                </a:cubicBezTo>
                <a:cubicBezTo>
                  <a:pt x="716693" y="-15219"/>
                  <a:pt x="842139" y="11754"/>
                  <a:pt x="1051863" y="0"/>
                </a:cubicBezTo>
                <a:cubicBezTo>
                  <a:pt x="1261587" y="-11754"/>
                  <a:pt x="1489524" y="19345"/>
                  <a:pt x="1626651" y="0"/>
                </a:cubicBezTo>
                <a:cubicBezTo>
                  <a:pt x="1763778" y="-19345"/>
                  <a:pt x="1982501" y="3307"/>
                  <a:pt x="2299154" y="0"/>
                </a:cubicBezTo>
                <a:cubicBezTo>
                  <a:pt x="2615807" y="-3307"/>
                  <a:pt x="2656643" y="79697"/>
                  <a:pt x="2971656" y="0"/>
                </a:cubicBezTo>
                <a:cubicBezTo>
                  <a:pt x="3286669" y="-79697"/>
                  <a:pt x="3468266" y="68567"/>
                  <a:pt x="3644159" y="0"/>
                </a:cubicBezTo>
                <a:cubicBezTo>
                  <a:pt x="3820052" y="-68567"/>
                  <a:pt x="4112476" y="81158"/>
                  <a:pt x="4414375" y="0"/>
                </a:cubicBezTo>
                <a:cubicBezTo>
                  <a:pt x="4716274" y="-81158"/>
                  <a:pt x="4837955" y="17008"/>
                  <a:pt x="4989164" y="0"/>
                </a:cubicBezTo>
                <a:cubicBezTo>
                  <a:pt x="5140373" y="-17008"/>
                  <a:pt x="5399460" y="6368"/>
                  <a:pt x="5661666" y="0"/>
                </a:cubicBezTo>
                <a:cubicBezTo>
                  <a:pt x="5923872" y="-6368"/>
                  <a:pt x="6011864" y="25314"/>
                  <a:pt x="6236455" y="0"/>
                </a:cubicBezTo>
                <a:cubicBezTo>
                  <a:pt x="6461046" y="-25314"/>
                  <a:pt x="6655602" y="31478"/>
                  <a:pt x="6811243" y="0"/>
                </a:cubicBezTo>
                <a:cubicBezTo>
                  <a:pt x="6966884" y="-31478"/>
                  <a:pt x="7252798" y="6477"/>
                  <a:pt x="7386032" y="0"/>
                </a:cubicBezTo>
                <a:cubicBezTo>
                  <a:pt x="7519266" y="-6477"/>
                  <a:pt x="7599611" y="8043"/>
                  <a:pt x="7667678" y="0"/>
                </a:cubicBezTo>
                <a:cubicBezTo>
                  <a:pt x="7735745" y="-8043"/>
                  <a:pt x="8147932" y="16865"/>
                  <a:pt x="8340181" y="0"/>
                </a:cubicBezTo>
                <a:cubicBezTo>
                  <a:pt x="8532430" y="-16865"/>
                  <a:pt x="8529269" y="27033"/>
                  <a:pt x="8621827" y="0"/>
                </a:cubicBezTo>
                <a:cubicBezTo>
                  <a:pt x="8714385" y="-27033"/>
                  <a:pt x="8911013" y="41568"/>
                  <a:pt x="9196616" y="0"/>
                </a:cubicBezTo>
                <a:cubicBezTo>
                  <a:pt x="9482219" y="-41568"/>
                  <a:pt x="9508410" y="48724"/>
                  <a:pt x="9771404" y="0"/>
                </a:cubicBezTo>
                <a:cubicBezTo>
                  <a:pt x="9809419" y="265734"/>
                  <a:pt x="9768841" y="433352"/>
                  <a:pt x="9771404" y="542760"/>
                </a:cubicBezTo>
                <a:cubicBezTo>
                  <a:pt x="9773967" y="652168"/>
                  <a:pt x="9766852" y="846896"/>
                  <a:pt x="9771404" y="962165"/>
                </a:cubicBezTo>
                <a:cubicBezTo>
                  <a:pt x="9775956" y="1077435"/>
                  <a:pt x="9738553" y="1262671"/>
                  <a:pt x="9771404" y="1406242"/>
                </a:cubicBezTo>
                <a:cubicBezTo>
                  <a:pt x="9804255" y="1549813"/>
                  <a:pt x="9742799" y="1702493"/>
                  <a:pt x="9771404" y="1850318"/>
                </a:cubicBezTo>
                <a:cubicBezTo>
                  <a:pt x="9800009" y="1998143"/>
                  <a:pt x="9711486" y="2170710"/>
                  <a:pt x="9771404" y="2467091"/>
                </a:cubicBezTo>
                <a:cubicBezTo>
                  <a:pt x="9649065" y="2496538"/>
                  <a:pt x="9380909" y="2466344"/>
                  <a:pt x="9196616" y="2467091"/>
                </a:cubicBezTo>
                <a:cubicBezTo>
                  <a:pt x="9012323" y="2467838"/>
                  <a:pt x="8604155" y="2428189"/>
                  <a:pt x="8426399" y="2467091"/>
                </a:cubicBezTo>
                <a:cubicBezTo>
                  <a:pt x="8248643" y="2505993"/>
                  <a:pt x="8088543" y="2411987"/>
                  <a:pt x="7851611" y="2467091"/>
                </a:cubicBezTo>
                <a:cubicBezTo>
                  <a:pt x="7614679" y="2522195"/>
                  <a:pt x="7432303" y="2405183"/>
                  <a:pt x="7081394" y="2467091"/>
                </a:cubicBezTo>
                <a:cubicBezTo>
                  <a:pt x="6730485" y="2528999"/>
                  <a:pt x="6636256" y="2453741"/>
                  <a:pt x="6506605" y="2467091"/>
                </a:cubicBezTo>
                <a:cubicBezTo>
                  <a:pt x="6376954" y="2480441"/>
                  <a:pt x="6082797" y="2427575"/>
                  <a:pt x="5834103" y="2467091"/>
                </a:cubicBezTo>
                <a:cubicBezTo>
                  <a:pt x="5585409" y="2506607"/>
                  <a:pt x="5685135" y="2434861"/>
                  <a:pt x="5552457" y="2467091"/>
                </a:cubicBezTo>
                <a:cubicBezTo>
                  <a:pt x="5419779" y="2499321"/>
                  <a:pt x="5014350" y="2394881"/>
                  <a:pt x="4782240" y="2467091"/>
                </a:cubicBezTo>
                <a:cubicBezTo>
                  <a:pt x="4550130" y="2539301"/>
                  <a:pt x="4486623" y="2428929"/>
                  <a:pt x="4305166" y="2467091"/>
                </a:cubicBezTo>
                <a:cubicBezTo>
                  <a:pt x="4123709" y="2505253"/>
                  <a:pt x="3910274" y="2390882"/>
                  <a:pt x="3632663" y="2467091"/>
                </a:cubicBezTo>
                <a:cubicBezTo>
                  <a:pt x="3355052" y="2543300"/>
                  <a:pt x="3467683" y="2464923"/>
                  <a:pt x="3351017" y="2467091"/>
                </a:cubicBezTo>
                <a:cubicBezTo>
                  <a:pt x="3234351" y="2469259"/>
                  <a:pt x="2764137" y="2400307"/>
                  <a:pt x="2580800" y="2467091"/>
                </a:cubicBezTo>
                <a:cubicBezTo>
                  <a:pt x="2397463" y="2533875"/>
                  <a:pt x="2226817" y="2436188"/>
                  <a:pt x="2103726" y="2467091"/>
                </a:cubicBezTo>
                <a:cubicBezTo>
                  <a:pt x="1980635" y="2497994"/>
                  <a:pt x="1665702" y="2453936"/>
                  <a:pt x="1528937" y="2467091"/>
                </a:cubicBezTo>
                <a:cubicBezTo>
                  <a:pt x="1392172" y="2480246"/>
                  <a:pt x="1238659" y="2457654"/>
                  <a:pt x="1149577" y="2467091"/>
                </a:cubicBezTo>
                <a:cubicBezTo>
                  <a:pt x="1060495" y="2476528"/>
                  <a:pt x="343439" y="2363554"/>
                  <a:pt x="0" y="2467091"/>
                </a:cubicBezTo>
                <a:cubicBezTo>
                  <a:pt x="-61043" y="2261586"/>
                  <a:pt x="50131" y="2126343"/>
                  <a:pt x="0" y="1924331"/>
                </a:cubicBezTo>
                <a:cubicBezTo>
                  <a:pt x="-50131" y="1722319"/>
                  <a:pt x="11516" y="1658009"/>
                  <a:pt x="0" y="1430913"/>
                </a:cubicBezTo>
                <a:cubicBezTo>
                  <a:pt x="-11516" y="1203817"/>
                  <a:pt x="5946" y="1127831"/>
                  <a:pt x="0" y="1011507"/>
                </a:cubicBezTo>
                <a:cubicBezTo>
                  <a:pt x="-5946" y="895183"/>
                  <a:pt x="31249" y="732339"/>
                  <a:pt x="0" y="493418"/>
                </a:cubicBezTo>
                <a:cubicBezTo>
                  <a:pt x="-31249" y="254497"/>
                  <a:pt x="39419" y="139684"/>
                  <a:pt x="0" y="0"/>
                </a:cubicBezTo>
                <a:close/>
              </a:path>
              <a:path w="9771404" h="2467091" stroke="0" extrusionOk="0">
                <a:moveTo>
                  <a:pt x="0" y="0"/>
                </a:moveTo>
                <a:cubicBezTo>
                  <a:pt x="96002" y="-41130"/>
                  <a:pt x="290527" y="48930"/>
                  <a:pt x="477074" y="0"/>
                </a:cubicBezTo>
                <a:cubicBezTo>
                  <a:pt x="663621" y="-48930"/>
                  <a:pt x="638062" y="8771"/>
                  <a:pt x="758721" y="0"/>
                </a:cubicBezTo>
                <a:cubicBezTo>
                  <a:pt x="879380" y="-8771"/>
                  <a:pt x="1279370" y="63953"/>
                  <a:pt x="1528937" y="0"/>
                </a:cubicBezTo>
                <a:cubicBezTo>
                  <a:pt x="1778504" y="-63953"/>
                  <a:pt x="1778647" y="41499"/>
                  <a:pt x="2006012" y="0"/>
                </a:cubicBezTo>
                <a:cubicBezTo>
                  <a:pt x="2233377" y="-41499"/>
                  <a:pt x="2294914" y="51840"/>
                  <a:pt x="2483086" y="0"/>
                </a:cubicBezTo>
                <a:cubicBezTo>
                  <a:pt x="2671258" y="-51840"/>
                  <a:pt x="2993202" y="52800"/>
                  <a:pt x="3253303" y="0"/>
                </a:cubicBezTo>
                <a:cubicBezTo>
                  <a:pt x="3513404" y="-52800"/>
                  <a:pt x="3456468" y="1611"/>
                  <a:pt x="3632663" y="0"/>
                </a:cubicBezTo>
                <a:cubicBezTo>
                  <a:pt x="3808858" y="-1611"/>
                  <a:pt x="4136558" y="30537"/>
                  <a:pt x="4402880" y="0"/>
                </a:cubicBezTo>
                <a:cubicBezTo>
                  <a:pt x="4669202" y="-30537"/>
                  <a:pt x="4875934" y="80544"/>
                  <a:pt x="5173096" y="0"/>
                </a:cubicBezTo>
                <a:cubicBezTo>
                  <a:pt x="5470258" y="-80544"/>
                  <a:pt x="5574383" y="51895"/>
                  <a:pt x="5747885" y="0"/>
                </a:cubicBezTo>
                <a:cubicBezTo>
                  <a:pt x="5921387" y="-51895"/>
                  <a:pt x="6204429" y="3020"/>
                  <a:pt x="6518101" y="0"/>
                </a:cubicBezTo>
                <a:cubicBezTo>
                  <a:pt x="6831773" y="-3020"/>
                  <a:pt x="6775061" y="7300"/>
                  <a:pt x="6995176" y="0"/>
                </a:cubicBezTo>
                <a:cubicBezTo>
                  <a:pt x="7215292" y="-7300"/>
                  <a:pt x="7260215" y="51966"/>
                  <a:pt x="7472250" y="0"/>
                </a:cubicBezTo>
                <a:cubicBezTo>
                  <a:pt x="7684285" y="-51966"/>
                  <a:pt x="7865590" y="69209"/>
                  <a:pt x="8144753" y="0"/>
                </a:cubicBezTo>
                <a:cubicBezTo>
                  <a:pt x="8423916" y="-69209"/>
                  <a:pt x="8428702" y="9274"/>
                  <a:pt x="8621827" y="0"/>
                </a:cubicBezTo>
                <a:cubicBezTo>
                  <a:pt x="8814952" y="-9274"/>
                  <a:pt x="9293481" y="66221"/>
                  <a:pt x="9771404" y="0"/>
                </a:cubicBezTo>
                <a:cubicBezTo>
                  <a:pt x="9824687" y="150598"/>
                  <a:pt x="9771185" y="293674"/>
                  <a:pt x="9771404" y="542760"/>
                </a:cubicBezTo>
                <a:cubicBezTo>
                  <a:pt x="9771623" y="791846"/>
                  <a:pt x="9752568" y="811657"/>
                  <a:pt x="9771404" y="1060849"/>
                </a:cubicBezTo>
                <a:cubicBezTo>
                  <a:pt x="9790240" y="1310041"/>
                  <a:pt x="9758884" y="1466726"/>
                  <a:pt x="9771404" y="1578938"/>
                </a:cubicBezTo>
                <a:cubicBezTo>
                  <a:pt x="9783924" y="1691150"/>
                  <a:pt x="9754541" y="1897902"/>
                  <a:pt x="9771404" y="1998344"/>
                </a:cubicBezTo>
                <a:cubicBezTo>
                  <a:pt x="9788267" y="2098786"/>
                  <a:pt x="9738296" y="2244860"/>
                  <a:pt x="9771404" y="2467091"/>
                </a:cubicBezTo>
                <a:cubicBezTo>
                  <a:pt x="9599084" y="2494697"/>
                  <a:pt x="9300748" y="2446573"/>
                  <a:pt x="9098901" y="2467091"/>
                </a:cubicBezTo>
                <a:cubicBezTo>
                  <a:pt x="8897054" y="2487609"/>
                  <a:pt x="8843763" y="2465988"/>
                  <a:pt x="8719541" y="2467091"/>
                </a:cubicBezTo>
                <a:cubicBezTo>
                  <a:pt x="8595319" y="2468194"/>
                  <a:pt x="8313309" y="2447351"/>
                  <a:pt x="8144753" y="2467091"/>
                </a:cubicBezTo>
                <a:cubicBezTo>
                  <a:pt x="7976197" y="2486831"/>
                  <a:pt x="7967740" y="2436815"/>
                  <a:pt x="7863106" y="2467091"/>
                </a:cubicBezTo>
                <a:cubicBezTo>
                  <a:pt x="7758472" y="2497367"/>
                  <a:pt x="7676455" y="2454906"/>
                  <a:pt x="7581460" y="2467091"/>
                </a:cubicBezTo>
                <a:cubicBezTo>
                  <a:pt x="7486465" y="2479276"/>
                  <a:pt x="7239957" y="2466841"/>
                  <a:pt x="7006671" y="2467091"/>
                </a:cubicBezTo>
                <a:cubicBezTo>
                  <a:pt x="6773385" y="2467341"/>
                  <a:pt x="6730966" y="2458217"/>
                  <a:pt x="6627311" y="2467091"/>
                </a:cubicBezTo>
                <a:cubicBezTo>
                  <a:pt x="6523656" y="2475965"/>
                  <a:pt x="6127480" y="2438032"/>
                  <a:pt x="5954809" y="2467091"/>
                </a:cubicBezTo>
                <a:cubicBezTo>
                  <a:pt x="5782138" y="2496150"/>
                  <a:pt x="5683660" y="2443650"/>
                  <a:pt x="5575448" y="2467091"/>
                </a:cubicBezTo>
                <a:cubicBezTo>
                  <a:pt x="5467236" y="2490532"/>
                  <a:pt x="5065360" y="2431094"/>
                  <a:pt x="4902946" y="2467091"/>
                </a:cubicBezTo>
                <a:cubicBezTo>
                  <a:pt x="4740532" y="2503088"/>
                  <a:pt x="4712494" y="2450487"/>
                  <a:pt x="4621299" y="2467091"/>
                </a:cubicBezTo>
                <a:cubicBezTo>
                  <a:pt x="4530104" y="2483695"/>
                  <a:pt x="4122609" y="2442494"/>
                  <a:pt x="3948797" y="2467091"/>
                </a:cubicBezTo>
                <a:cubicBezTo>
                  <a:pt x="3774985" y="2491688"/>
                  <a:pt x="3660816" y="2464142"/>
                  <a:pt x="3569436" y="2467091"/>
                </a:cubicBezTo>
                <a:cubicBezTo>
                  <a:pt x="3478056" y="2470040"/>
                  <a:pt x="3418201" y="2462961"/>
                  <a:pt x="3287790" y="2467091"/>
                </a:cubicBezTo>
                <a:cubicBezTo>
                  <a:pt x="3157379" y="2471221"/>
                  <a:pt x="3097676" y="2432749"/>
                  <a:pt x="2908430" y="2467091"/>
                </a:cubicBezTo>
                <a:cubicBezTo>
                  <a:pt x="2719184" y="2501433"/>
                  <a:pt x="2404735" y="2461520"/>
                  <a:pt x="2235927" y="2467091"/>
                </a:cubicBezTo>
                <a:cubicBezTo>
                  <a:pt x="2067119" y="2472662"/>
                  <a:pt x="2010562" y="2465896"/>
                  <a:pt x="1856567" y="2467091"/>
                </a:cubicBezTo>
                <a:cubicBezTo>
                  <a:pt x="1702572" y="2468286"/>
                  <a:pt x="1689755" y="2448945"/>
                  <a:pt x="1574920" y="2467091"/>
                </a:cubicBezTo>
                <a:cubicBezTo>
                  <a:pt x="1460085" y="2485237"/>
                  <a:pt x="1313457" y="2438052"/>
                  <a:pt x="1195560" y="2467091"/>
                </a:cubicBezTo>
                <a:cubicBezTo>
                  <a:pt x="1077663" y="2496130"/>
                  <a:pt x="876881" y="2445270"/>
                  <a:pt x="718486" y="2467091"/>
                </a:cubicBezTo>
                <a:cubicBezTo>
                  <a:pt x="560091" y="2488912"/>
                  <a:pt x="145213" y="2440037"/>
                  <a:pt x="0" y="2467091"/>
                </a:cubicBezTo>
                <a:cubicBezTo>
                  <a:pt x="-1032" y="2265123"/>
                  <a:pt x="9170" y="2139013"/>
                  <a:pt x="0" y="2023015"/>
                </a:cubicBezTo>
                <a:cubicBezTo>
                  <a:pt x="-9170" y="1907017"/>
                  <a:pt x="38666" y="1679489"/>
                  <a:pt x="0" y="1578938"/>
                </a:cubicBezTo>
                <a:cubicBezTo>
                  <a:pt x="-38666" y="1478387"/>
                  <a:pt x="37136" y="1197633"/>
                  <a:pt x="0" y="1085520"/>
                </a:cubicBezTo>
                <a:cubicBezTo>
                  <a:pt x="-37136" y="973407"/>
                  <a:pt x="39601" y="785646"/>
                  <a:pt x="0" y="592102"/>
                </a:cubicBezTo>
                <a:cubicBezTo>
                  <a:pt x="-39601" y="398558"/>
                  <a:pt x="33785" y="147674"/>
                  <a:pt x="0" y="0"/>
                </a:cubicBezTo>
                <a:close/>
              </a:path>
            </a:pathLst>
          </a:custGeom>
          <a:ln w="127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7611525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05FE-7881-D7ED-B2E0-5BBE7C3EE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E98D1-6CFC-8AFB-A74C-C2613990294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How = Policy Updates &amp; Additions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B59A52-558F-8D8C-AED2-8C515EBD78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549273" y="2560394"/>
            <a:ext cx="4033767" cy="1439482"/>
          </a:xfrm>
        </p:spPr>
        <p:txBody>
          <a:bodyPr/>
          <a:lstStyle/>
          <a:p>
            <a:r>
              <a:rPr lang="en-US" dirty="0"/>
              <a:t>New Application Security </a:t>
            </a:r>
            <a:br>
              <a:rPr lang="en-US" dirty="0"/>
            </a:br>
            <a:r>
              <a:rPr lang="en-US" dirty="0"/>
              <a:t>Framework Procedure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630D15-F3B6-FF21-5943-ED1B6ADCA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D549AC43-2A7E-73F0-1428-05514D3EBB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EA438A-0E08-4550-A0A6-67B69D1E3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286" y="1404257"/>
            <a:ext cx="3751154" cy="525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72096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A999-7BB1-8F87-5E8A-E3C3E38A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EDC61D-15D8-CF02-5CA7-A0DE8855B89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How = Awareness Campaigns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8EC861-3EB6-4DC9-12C1-17400D96FA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47357" y="1845257"/>
            <a:ext cx="6841672" cy="4147328"/>
          </a:xfrm>
        </p:spPr>
        <p:txBody>
          <a:bodyPr/>
          <a:lstStyle/>
          <a:p>
            <a:r>
              <a:rPr lang="en-US" dirty="0"/>
              <a:t>Stakeholder Toolkit (June 2025)</a:t>
            </a:r>
          </a:p>
          <a:p>
            <a:r>
              <a:rPr lang="en-US" dirty="0"/>
              <a:t>Email blast to all GitHub users</a:t>
            </a:r>
          </a:p>
          <a:p>
            <a:r>
              <a:rPr lang="en-US" dirty="0"/>
              <a:t>Posts on Teams channels</a:t>
            </a:r>
          </a:p>
          <a:p>
            <a:pPr lvl="1"/>
            <a:r>
              <a:rPr lang="en-US" dirty="0"/>
              <a:t>CloudTech Usergroup</a:t>
            </a:r>
          </a:p>
          <a:p>
            <a:pPr lvl="1"/>
            <a:r>
              <a:rPr lang="en-US" dirty="0"/>
              <a:t>Security Champions</a:t>
            </a:r>
          </a:p>
          <a:p>
            <a:r>
              <a:rPr lang="en-US" dirty="0"/>
              <a:t>Announcement at monthly meetings</a:t>
            </a:r>
          </a:p>
          <a:p>
            <a:pPr lvl="1"/>
            <a:r>
              <a:rPr lang="en-US" dirty="0"/>
              <a:t>CloudTech Usergroup</a:t>
            </a:r>
          </a:p>
          <a:p>
            <a:pPr lvl="1"/>
            <a:r>
              <a:rPr lang="en-US" dirty="0"/>
              <a:t>Security Champions</a:t>
            </a:r>
          </a:p>
          <a:p>
            <a:r>
              <a:rPr lang="en-US" dirty="0"/>
              <a:t>CSF Office Hours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B74AFA-9BBA-DA35-B29B-A2768EAE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24205661-98A7-A332-432F-8F93E305DB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02612843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556D5-E17B-3A04-C960-DF9BDA412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6F6F8A-5AF1-0AD1-1181-683C42A55C8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How = Awareness Campaigns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2B94B5-9045-36C5-728A-C1540B3D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FA37A549-86C5-74E6-43AC-17AC3ED115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E3E29E-7AAE-15B2-0A4B-FEA7CB1FA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112" y="1418398"/>
            <a:ext cx="8690917" cy="49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738067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8A26C-75CE-DA29-B377-3B57F931C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F14CA-58A6-3024-6550-CDCEE348B9D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How = Awareness Campaigns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F10CC9-0C70-E2E9-0515-AC5DE5FD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F4522325-7AC4-EFCD-C5A5-EE577C8197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B1A774-CA87-BE28-B431-3FD02FA15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58" y="1764506"/>
            <a:ext cx="5731551" cy="4135782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6714FD-197A-74CF-03F0-C052EBDDD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930" y="2574315"/>
            <a:ext cx="5591575" cy="2989088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79907368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ACF7-BD28-C417-7BC6-4C0775E9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BDDEF4-35B7-24B3-5B5B-3FEC2DE5C669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How = Awareness Campaigns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84E187-FB64-A674-30C3-0A2BA791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C6C0A68C-D9C4-6BAA-D636-24B287E730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DF014-41C7-3688-BA1F-BAD6E650D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06" y="1743494"/>
            <a:ext cx="5675889" cy="4181723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48DE8C-B780-40B6-778E-8831C6651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959" y="1984126"/>
            <a:ext cx="5637080" cy="3434641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9682602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1DC1-7B95-2CA3-77BC-19F788BD4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69D86B-362E-3F1D-AD67-A8549420CAA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Who = Application Stakeholders (All Divisions)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732D79-8A3E-3841-68B9-6BCBB46395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51651" y="2318657"/>
            <a:ext cx="6074229" cy="3559628"/>
          </a:xfrm>
        </p:spPr>
        <p:txBody>
          <a:bodyPr/>
          <a:lstStyle/>
          <a:p>
            <a:r>
              <a:rPr lang="en-US" dirty="0"/>
              <a:t>Product Owners</a:t>
            </a:r>
          </a:p>
          <a:p>
            <a:r>
              <a:rPr lang="en-US" dirty="0"/>
              <a:t>System Owners</a:t>
            </a:r>
          </a:p>
          <a:p>
            <a:r>
              <a:rPr lang="en-US" dirty="0"/>
              <a:t>DevOps Engineers</a:t>
            </a:r>
          </a:p>
          <a:p>
            <a:r>
              <a:rPr lang="en-US" dirty="0"/>
              <a:t>CSF Governance &amp; Compliance</a:t>
            </a:r>
          </a:p>
          <a:p>
            <a:r>
              <a:rPr lang="en-US" dirty="0"/>
              <a:t>CSF DevSecOps Squad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17CD11-E44B-1BF8-4060-2BD4AC442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5C5EB006-699A-FAB6-B8E3-DC48992EBD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958942913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EB711-7FE0-2582-2B30-812A8C941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A2ECA0-D0EF-45E1-EEF4-A3D9E14E318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When = Q3 2025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6FF645-CC9E-AA9C-9E64-77BACF6CA3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976765" y="2220686"/>
            <a:ext cx="8286068" cy="3559628"/>
          </a:xfrm>
        </p:spPr>
        <p:txBody>
          <a:bodyPr/>
          <a:lstStyle/>
          <a:p>
            <a:r>
              <a:rPr lang="en-US" dirty="0"/>
              <a:t>Procedures published between now Aug. 31, 2025</a:t>
            </a:r>
          </a:p>
          <a:p>
            <a:r>
              <a:rPr lang="en-US" dirty="0"/>
              <a:t>Awareness campaigns between now and Dec. 31, 2025</a:t>
            </a:r>
          </a:p>
          <a:p>
            <a:r>
              <a:rPr lang="en-US" dirty="0"/>
              <a:t>Internal Audit due date for publishing Procedures = Aug. 31, 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8DEF06-3B31-D254-1D92-6DC2C3BA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7B5D9161-74F4-F409-6939-3B1C09C2E3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493438768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BA6B-D3D6-27E0-2F9F-0A564A180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D04B18-F0D2-B8F0-F4B9-E46F518356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Q &amp; 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B4457F-DC7E-47EC-7D96-BBCF1536CD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5503737" y="2846763"/>
            <a:ext cx="4815921" cy="2041071"/>
          </a:xfrm>
        </p:spPr>
        <p:txBody>
          <a:bodyPr/>
          <a:lstStyle/>
          <a:p>
            <a:pPr marL="0" indent="0">
              <a:buNone/>
            </a:pPr>
            <a:r>
              <a:rPr lang="en-US" sz="7200" b="1" dirty="0"/>
              <a:t>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4B0844-92D0-2804-F1EB-DB48D859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F46F7EFD-7591-1A03-F80F-58EE7E1364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65586" y="6467057"/>
            <a:ext cx="1625053" cy="30175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258949878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Placeholder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18" b="40118"/>
          <a:stretch/>
        </p:blipFill>
        <p:spPr bwMode="gray">
          <a:xfrm>
            <a:off x="982666" y="5050611"/>
            <a:ext cx="10337798" cy="1422394"/>
          </a:xfrm>
          <a:prstGeom prst="parallelogram">
            <a:avLst>
              <a:gd name="adj" fmla="val 33873"/>
            </a:avLst>
          </a:prstGeom>
        </p:spPr>
      </p:pic>
      <p:sp>
        <p:nvSpPr>
          <p:cNvPr id="2" name="Subtitle 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noProof="0" dirty="0" err="1"/>
              <a:t>Subheadline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Gradient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 dirty="0"/>
              <a:t>/// Bayer 16:9 Template Chart Pool /// August 2019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7" name="Parallelogram 19"/>
          <p:cNvSpPr/>
          <p:nvPr/>
        </p:nvSpPr>
        <p:spPr bwMode="gray">
          <a:xfrm>
            <a:off x="982664" y="1735138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32760">
                <a:srgbClr val="00617F"/>
              </a:gs>
              <a:gs pos="0">
                <a:srgbClr val="00617F"/>
              </a:gs>
              <a:gs pos="72000">
                <a:srgbClr val="10384F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Parallelogram 19"/>
          <p:cNvSpPr/>
          <p:nvPr/>
        </p:nvSpPr>
        <p:spPr bwMode="gray">
          <a:xfrm>
            <a:off x="2639094" y="1735134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32760">
                <a:srgbClr val="2B6636"/>
              </a:gs>
              <a:gs pos="0">
                <a:srgbClr val="2B6636"/>
              </a:gs>
              <a:gs pos="72000">
                <a:srgbClr val="00442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Parallelogram 19"/>
          <p:cNvSpPr/>
          <p:nvPr/>
        </p:nvSpPr>
        <p:spPr bwMode="gray">
          <a:xfrm>
            <a:off x="4295523" y="1735133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32760">
                <a:srgbClr val="624963"/>
              </a:gs>
              <a:gs pos="0">
                <a:srgbClr val="624963"/>
              </a:gs>
              <a:gs pos="72000">
                <a:srgbClr val="443247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arallelogram 19"/>
          <p:cNvSpPr/>
          <p:nvPr/>
        </p:nvSpPr>
        <p:spPr bwMode="gray">
          <a:xfrm>
            <a:off x="5951953" y="1735136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32760">
                <a:srgbClr val="FF3162"/>
              </a:gs>
              <a:gs pos="0">
                <a:srgbClr val="FF3162"/>
              </a:gs>
              <a:gs pos="72000">
                <a:srgbClr val="D30F4B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Parallelogram 19"/>
          <p:cNvSpPr/>
          <p:nvPr/>
        </p:nvSpPr>
        <p:spPr bwMode="gray">
          <a:xfrm>
            <a:off x="7608382" y="1735138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32760">
                <a:srgbClr val="00BCFF"/>
              </a:gs>
              <a:gs pos="0">
                <a:srgbClr val="00BCFF"/>
              </a:gs>
              <a:gs pos="72000">
                <a:srgbClr val="0091DF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Parallelogram 19"/>
          <p:cNvSpPr/>
          <p:nvPr/>
        </p:nvSpPr>
        <p:spPr bwMode="gray">
          <a:xfrm>
            <a:off x="9264809" y="1735132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32760">
                <a:srgbClr val="89D329"/>
              </a:gs>
              <a:gs pos="0">
                <a:srgbClr val="89D329"/>
              </a:gs>
              <a:gs pos="72000">
                <a:srgbClr val="66B51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Parallelogram 19"/>
          <p:cNvSpPr/>
          <p:nvPr/>
        </p:nvSpPr>
        <p:spPr bwMode="gray">
          <a:xfrm>
            <a:off x="982664" y="4274318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46000">
                <a:srgbClr val="00617F">
                  <a:alpha val="70000"/>
                </a:srgbClr>
              </a:gs>
              <a:gs pos="0">
                <a:srgbClr val="00617F">
                  <a:alpha val="70000"/>
                </a:srgbClr>
              </a:gs>
              <a:gs pos="100000">
                <a:srgbClr val="0091DF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Parallelogram 19"/>
          <p:cNvSpPr/>
          <p:nvPr/>
        </p:nvSpPr>
        <p:spPr bwMode="gray">
          <a:xfrm>
            <a:off x="2639094" y="4274314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46000">
                <a:srgbClr val="2B6636">
                  <a:alpha val="70000"/>
                </a:srgbClr>
              </a:gs>
              <a:gs pos="0">
                <a:srgbClr val="2B6636">
                  <a:alpha val="70000"/>
                </a:srgbClr>
              </a:gs>
              <a:gs pos="100000">
                <a:srgbClr val="66B51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Parallelogram 19"/>
          <p:cNvSpPr/>
          <p:nvPr/>
        </p:nvSpPr>
        <p:spPr bwMode="gray">
          <a:xfrm>
            <a:off x="4295523" y="4274313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46000">
                <a:srgbClr val="443247">
                  <a:alpha val="70000"/>
                </a:srgbClr>
              </a:gs>
              <a:gs pos="0">
                <a:srgbClr val="443247">
                  <a:alpha val="70000"/>
                </a:srgbClr>
              </a:gs>
              <a:gs pos="100000">
                <a:srgbClr val="624963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Parallelogram 19"/>
          <p:cNvSpPr/>
          <p:nvPr/>
        </p:nvSpPr>
        <p:spPr bwMode="gray">
          <a:xfrm>
            <a:off x="5951953" y="4274316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46000">
                <a:srgbClr val="D30F4B">
                  <a:alpha val="70000"/>
                </a:srgbClr>
              </a:gs>
              <a:gs pos="0">
                <a:srgbClr val="D30F4B">
                  <a:alpha val="70000"/>
                </a:srgbClr>
              </a:gs>
              <a:gs pos="100000">
                <a:srgbClr val="FF316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Parallelogram 19"/>
          <p:cNvSpPr/>
          <p:nvPr/>
        </p:nvSpPr>
        <p:spPr bwMode="gray">
          <a:xfrm>
            <a:off x="7608382" y="4274318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46000">
                <a:srgbClr val="0091DF">
                  <a:alpha val="70000"/>
                </a:srgbClr>
              </a:gs>
              <a:gs pos="0">
                <a:srgbClr val="0091DF">
                  <a:alpha val="70000"/>
                </a:srgbClr>
              </a:gs>
              <a:gs pos="100000">
                <a:srgbClr val="00BCFF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Parallelogram 19"/>
          <p:cNvSpPr/>
          <p:nvPr/>
        </p:nvSpPr>
        <p:spPr bwMode="gray">
          <a:xfrm>
            <a:off x="9264809" y="4274312"/>
            <a:ext cx="2317591" cy="2198687"/>
          </a:xfrm>
          <a:prstGeom prst="parallelogram">
            <a:avLst>
              <a:gd name="adj" fmla="val 33863"/>
            </a:avLst>
          </a:prstGeom>
          <a:gradFill>
            <a:gsLst>
              <a:gs pos="46000">
                <a:srgbClr val="89D329">
                  <a:alpha val="70000"/>
                </a:srgbClr>
              </a:gs>
              <a:gs pos="0">
                <a:srgbClr val="89D329">
                  <a:alpha val="70000"/>
                </a:srgbClr>
              </a:gs>
              <a:gs pos="100000">
                <a:srgbClr val="89D329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8024274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noProof="0" dirty="0" err="1"/>
              <a:t>Subheadline</a:t>
            </a:r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Contact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 dirty="0"/>
              <a:t>/// Bayer 16:9 Template Chart Pool /// August 2019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2" name="Rectangle 9">
            <a:extLst>
              <a:ext uri="{FF2B5EF4-FFF2-40B4-BE49-F238E27FC236}">
                <a16:creationId xmlns:a16="http://schemas.microsoft.com/office/drawing/2014/main" id="{7B3E6896-A6E0-4080-8BC6-810C4F372EDE}"/>
              </a:ext>
            </a:extLst>
          </p:cNvPr>
          <p:cNvSpPr/>
          <p:nvPr/>
        </p:nvSpPr>
        <p:spPr bwMode="gray">
          <a:xfrm>
            <a:off x="982663" y="2703513"/>
            <a:ext cx="2428876" cy="2819399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43" name="Group 10">
            <a:extLst>
              <a:ext uri="{FF2B5EF4-FFF2-40B4-BE49-F238E27FC236}">
                <a16:creationId xmlns:a16="http://schemas.microsoft.com/office/drawing/2014/main" id="{AF8FD61F-F6E0-4E47-8230-1FBEB7BE2C9B}"/>
              </a:ext>
            </a:extLst>
          </p:cNvPr>
          <p:cNvGrpSpPr/>
          <p:nvPr/>
        </p:nvGrpSpPr>
        <p:grpSpPr bwMode="gray">
          <a:xfrm>
            <a:off x="1260147" y="3180253"/>
            <a:ext cx="1865919" cy="1865919"/>
            <a:chOff x="3970338" y="4211638"/>
            <a:chExt cx="1343025" cy="1343025"/>
          </a:xfrm>
          <a:solidFill>
            <a:schemeClr val="bg1"/>
          </a:solidFill>
        </p:grpSpPr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7F61C196-6B94-41C4-8A04-B6AAFA898B9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557713" y="4340226"/>
              <a:ext cx="185738" cy="187325"/>
            </a:xfrm>
            <a:custGeom>
              <a:avLst/>
              <a:gdLst>
                <a:gd name="T0" fmla="*/ 38 w 158"/>
                <a:gd name="T1" fmla="*/ 60 h 158"/>
                <a:gd name="T2" fmla="*/ 104 w 158"/>
                <a:gd name="T3" fmla="*/ 60 h 158"/>
                <a:gd name="T4" fmla="*/ 117 w 158"/>
                <a:gd name="T5" fmla="*/ 47 h 158"/>
                <a:gd name="T6" fmla="*/ 104 w 158"/>
                <a:gd name="T7" fmla="*/ 34 h 158"/>
                <a:gd name="T8" fmla="*/ 38 w 158"/>
                <a:gd name="T9" fmla="*/ 34 h 158"/>
                <a:gd name="T10" fmla="*/ 38 w 158"/>
                <a:gd name="T11" fmla="*/ 60 h 158"/>
                <a:gd name="T12" fmla="*/ 38 w 158"/>
                <a:gd name="T13" fmla="*/ 124 h 158"/>
                <a:gd name="T14" fmla="*/ 106 w 158"/>
                <a:gd name="T15" fmla="*/ 124 h 158"/>
                <a:gd name="T16" fmla="*/ 121 w 158"/>
                <a:gd name="T17" fmla="*/ 109 h 158"/>
                <a:gd name="T18" fmla="*/ 106 w 158"/>
                <a:gd name="T19" fmla="*/ 94 h 158"/>
                <a:gd name="T20" fmla="*/ 38 w 158"/>
                <a:gd name="T21" fmla="*/ 94 h 158"/>
                <a:gd name="T22" fmla="*/ 38 w 158"/>
                <a:gd name="T23" fmla="*/ 124 h 158"/>
                <a:gd name="T24" fmla="*/ 144 w 158"/>
                <a:gd name="T25" fmla="*/ 75 h 158"/>
                <a:gd name="T26" fmla="*/ 158 w 158"/>
                <a:gd name="T27" fmla="*/ 110 h 158"/>
                <a:gd name="T28" fmla="*/ 110 w 158"/>
                <a:gd name="T29" fmla="*/ 158 h 158"/>
                <a:gd name="T30" fmla="*/ 0 w 158"/>
                <a:gd name="T31" fmla="*/ 158 h 158"/>
                <a:gd name="T32" fmla="*/ 0 w 158"/>
                <a:gd name="T33" fmla="*/ 0 h 158"/>
                <a:gd name="T34" fmla="*/ 109 w 158"/>
                <a:gd name="T35" fmla="*/ 0 h 158"/>
                <a:gd name="T36" fmla="*/ 155 w 158"/>
                <a:gd name="T37" fmla="*/ 46 h 158"/>
                <a:gd name="T38" fmla="*/ 144 w 158"/>
                <a:gd name="T39" fmla="*/ 75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8" h="158">
                  <a:moveTo>
                    <a:pt x="38" y="60"/>
                  </a:moveTo>
                  <a:cubicBezTo>
                    <a:pt x="104" y="60"/>
                    <a:pt x="104" y="60"/>
                    <a:pt x="104" y="60"/>
                  </a:cubicBezTo>
                  <a:cubicBezTo>
                    <a:pt x="111" y="60"/>
                    <a:pt x="117" y="54"/>
                    <a:pt x="117" y="47"/>
                  </a:cubicBezTo>
                  <a:cubicBezTo>
                    <a:pt x="117" y="40"/>
                    <a:pt x="111" y="34"/>
                    <a:pt x="104" y="34"/>
                  </a:cubicBezTo>
                  <a:cubicBezTo>
                    <a:pt x="38" y="34"/>
                    <a:pt x="38" y="34"/>
                    <a:pt x="38" y="34"/>
                  </a:cubicBezTo>
                  <a:lnTo>
                    <a:pt x="38" y="60"/>
                  </a:lnTo>
                  <a:close/>
                  <a:moveTo>
                    <a:pt x="38" y="124"/>
                  </a:moveTo>
                  <a:cubicBezTo>
                    <a:pt x="106" y="124"/>
                    <a:pt x="106" y="124"/>
                    <a:pt x="106" y="124"/>
                  </a:cubicBezTo>
                  <a:cubicBezTo>
                    <a:pt x="114" y="124"/>
                    <a:pt x="121" y="117"/>
                    <a:pt x="121" y="109"/>
                  </a:cubicBezTo>
                  <a:cubicBezTo>
                    <a:pt x="121" y="101"/>
                    <a:pt x="114" y="94"/>
                    <a:pt x="106" y="94"/>
                  </a:cubicBezTo>
                  <a:cubicBezTo>
                    <a:pt x="38" y="94"/>
                    <a:pt x="38" y="94"/>
                    <a:pt x="38" y="94"/>
                  </a:cubicBezTo>
                  <a:lnTo>
                    <a:pt x="38" y="124"/>
                  </a:lnTo>
                  <a:close/>
                  <a:moveTo>
                    <a:pt x="144" y="75"/>
                  </a:moveTo>
                  <a:cubicBezTo>
                    <a:pt x="153" y="84"/>
                    <a:pt x="158" y="96"/>
                    <a:pt x="158" y="110"/>
                  </a:cubicBezTo>
                  <a:cubicBezTo>
                    <a:pt x="158" y="136"/>
                    <a:pt x="137" y="158"/>
                    <a:pt x="110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34" y="0"/>
                    <a:pt x="155" y="20"/>
                    <a:pt x="155" y="46"/>
                  </a:cubicBezTo>
                  <a:cubicBezTo>
                    <a:pt x="155" y="57"/>
                    <a:pt x="150" y="67"/>
                    <a:pt x="144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0A786786-52AD-480A-9413-5B9BF507F3A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525963" y="4564063"/>
              <a:ext cx="231775" cy="185738"/>
            </a:xfrm>
            <a:custGeom>
              <a:avLst/>
              <a:gdLst>
                <a:gd name="T0" fmla="*/ 146 w 146"/>
                <a:gd name="T1" fmla="*/ 117 h 117"/>
                <a:gd name="T2" fmla="*/ 116 w 146"/>
                <a:gd name="T3" fmla="*/ 117 h 117"/>
                <a:gd name="T4" fmla="*/ 106 w 146"/>
                <a:gd name="T5" fmla="*/ 98 h 117"/>
                <a:gd name="T6" fmla="*/ 40 w 146"/>
                <a:gd name="T7" fmla="*/ 98 h 117"/>
                <a:gd name="T8" fmla="*/ 31 w 146"/>
                <a:gd name="T9" fmla="*/ 117 h 117"/>
                <a:gd name="T10" fmla="*/ 0 w 146"/>
                <a:gd name="T11" fmla="*/ 117 h 117"/>
                <a:gd name="T12" fmla="*/ 59 w 146"/>
                <a:gd name="T13" fmla="*/ 0 h 117"/>
                <a:gd name="T14" fmla="*/ 87 w 146"/>
                <a:gd name="T15" fmla="*/ 0 h 117"/>
                <a:gd name="T16" fmla="*/ 146 w 146"/>
                <a:gd name="T17" fmla="*/ 117 h 117"/>
                <a:gd name="T18" fmla="*/ 73 w 146"/>
                <a:gd name="T19" fmla="*/ 30 h 117"/>
                <a:gd name="T20" fmla="*/ 52 w 146"/>
                <a:gd name="T21" fmla="*/ 73 h 117"/>
                <a:gd name="T22" fmla="*/ 93 w 146"/>
                <a:gd name="T23" fmla="*/ 73 h 117"/>
                <a:gd name="T24" fmla="*/ 73 w 146"/>
                <a:gd name="T25" fmla="*/ 3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6" h="117">
                  <a:moveTo>
                    <a:pt x="146" y="117"/>
                  </a:moveTo>
                  <a:lnTo>
                    <a:pt x="116" y="117"/>
                  </a:lnTo>
                  <a:lnTo>
                    <a:pt x="106" y="98"/>
                  </a:lnTo>
                  <a:lnTo>
                    <a:pt x="40" y="98"/>
                  </a:lnTo>
                  <a:lnTo>
                    <a:pt x="31" y="117"/>
                  </a:lnTo>
                  <a:lnTo>
                    <a:pt x="0" y="117"/>
                  </a:lnTo>
                  <a:lnTo>
                    <a:pt x="59" y="0"/>
                  </a:lnTo>
                  <a:lnTo>
                    <a:pt x="87" y="0"/>
                  </a:lnTo>
                  <a:lnTo>
                    <a:pt x="146" y="117"/>
                  </a:lnTo>
                  <a:close/>
                  <a:moveTo>
                    <a:pt x="73" y="30"/>
                  </a:moveTo>
                  <a:lnTo>
                    <a:pt x="52" y="73"/>
                  </a:lnTo>
                  <a:lnTo>
                    <a:pt x="93" y="73"/>
                  </a:lnTo>
                  <a:lnTo>
                    <a:pt x="7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DD83981B-A25F-4A4C-9276-271D8B3B207F}"/>
                </a:ext>
              </a:extLst>
            </p:cNvPr>
            <p:cNvSpPr>
              <a:spLocks/>
            </p:cNvSpPr>
            <p:nvPr/>
          </p:nvSpPr>
          <p:spPr bwMode="gray">
            <a:xfrm>
              <a:off x="4524375" y="4791076"/>
              <a:ext cx="234950" cy="187325"/>
            </a:xfrm>
            <a:custGeom>
              <a:avLst/>
              <a:gdLst>
                <a:gd name="T0" fmla="*/ 114 w 148"/>
                <a:gd name="T1" fmla="*/ 0 h 118"/>
                <a:gd name="T2" fmla="*/ 148 w 148"/>
                <a:gd name="T3" fmla="*/ 0 h 118"/>
                <a:gd name="T4" fmla="*/ 88 w 148"/>
                <a:gd name="T5" fmla="*/ 77 h 118"/>
                <a:gd name="T6" fmla="*/ 88 w 148"/>
                <a:gd name="T7" fmla="*/ 118 h 118"/>
                <a:gd name="T8" fmla="*/ 60 w 148"/>
                <a:gd name="T9" fmla="*/ 118 h 118"/>
                <a:gd name="T10" fmla="*/ 60 w 148"/>
                <a:gd name="T11" fmla="*/ 77 h 118"/>
                <a:gd name="T12" fmla="*/ 0 w 148"/>
                <a:gd name="T13" fmla="*/ 0 h 118"/>
                <a:gd name="T14" fmla="*/ 34 w 148"/>
                <a:gd name="T15" fmla="*/ 0 h 118"/>
                <a:gd name="T16" fmla="*/ 74 w 148"/>
                <a:gd name="T17" fmla="*/ 54 h 118"/>
                <a:gd name="T18" fmla="*/ 114 w 148"/>
                <a:gd name="T1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8" h="118">
                  <a:moveTo>
                    <a:pt x="114" y="0"/>
                  </a:moveTo>
                  <a:lnTo>
                    <a:pt x="148" y="0"/>
                  </a:lnTo>
                  <a:lnTo>
                    <a:pt x="88" y="77"/>
                  </a:lnTo>
                  <a:lnTo>
                    <a:pt x="88" y="118"/>
                  </a:lnTo>
                  <a:lnTo>
                    <a:pt x="60" y="118"/>
                  </a:lnTo>
                  <a:lnTo>
                    <a:pt x="60" y="77"/>
                  </a:lnTo>
                  <a:lnTo>
                    <a:pt x="0" y="0"/>
                  </a:lnTo>
                  <a:lnTo>
                    <a:pt x="34" y="0"/>
                  </a:lnTo>
                  <a:lnTo>
                    <a:pt x="74" y="54"/>
                  </a:lnTo>
                  <a:lnTo>
                    <a:pt x="1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7" name="Freeform 9">
              <a:extLst>
                <a:ext uri="{FF2B5EF4-FFF2-40B4-BE49-F238E27FC236}">
                  <a16:creationId xmlns:a16="http://schemas.microsoft.com/office/drawing/2014/main" id="{75C326E9-9FA5-490C-9894-6BF72F6CAD85}"/>
                </a:ext>
              </a:extLst>
            </p:cNvPr>
            <p:cNvSpPr>
              <a:spLocks/>
            </p:cNvSpPr>
            <p:nvPr/>
          </p:nvSpPr>
          <p:spPr bwMode="gray">
            <a:xfrm>
              <a:off x="4786313" y="4791076"/>
              <a:ext cx="168275" cy="187325"/>
            </a:xfrm>
            <a:custGeom>
              <a:avLst/>
              <a:gdLst>
                <a:gd name="T0" fmla="*/ 106 w 106"/>
                <a:gd name="T1" fmla="*/ 0 h 118"/>
                <a:gd name="T2" fmla="*/ 106 w 106"/>
                <a:gd name="T3" fmla="*/ 25 h 118"/>
                <a:gd name="T4" fmla="*/ 28 w 106"/>
                <a:gd name="T5" fmla="*/ 25 h 118"/>
                <a:gd name="T6" fmla="*/ 28 w 106"/>
                <a:gd name="T7" fmla="*/ 45 h 118"/>
                <a:gd name="T8" fmla="*/ 104 w 106"/>
                <a:gd name="T9" fmla="*/ 45 h 118"/>
                <a:gd name="T10" fmla="*/ 104 w 106"/>
                <a:gd name="T11" fmla="*/ 71 h 118"/>
                <a:gd name="T12" fmla="*/ 28 w 106"/>
                <a:gd name="T13" fmla="*/ 71 h 118"/>
                <a:gd name="T14" fmla="*/ 28 w 106"/>
                <a:gd name="T15" fmla="*/ 93 h 118"/>
                <a:gd name="T16" fmla="*/ 106 w 106"/>
                <a:gd name="T17" fmla="*/ 93 h 118"/>
                <a:gd name="T18" fmla="*/ 106 w 106"/>
                <a:gd name="T19" fmla="*/ 118 h 118"/>
                <a:gd name="T20" fmla="*/ 0 w 106"/>
                <a:gd name="T21" fmla="*/ 118 h 118"/>
                <a:gd name="T22" fmla="*/ 0 w 106"/>
                <a:gd name="T23" fmla="*/ 0 h 118"/>
                <a:gd name="T24" fmla="*/ 106 w 106"/>
                <a:gd name="T2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8">
                  <a:moveTo>
                    <a:pt x="106" y="0"/>
                  </a:moveTo>
                  <a:lnTo>
                    <a:pt x="106" y="25"/>
                  </a:lnTo>
                  <a:lnTo>
                    <a:pt x="28" y="25"/>
                  </a:lnTo>
                  <a:lnTo>
                    <a:pt x="28" y="45"/>
                  </a:lnTo>
                  <a:lnTo>
                    <a:pt x="104" y="45"/>
                  </a:lnTo>
                  <a:lnTo>
                    <a:pt x="104" y="71"/>
                  </a:lnTo>
                  <a:lnTo>
                    <a:pt x="28" y="71"/>
                  </a:lnTo>
                  <a:lnTo>
                    <a:pt x="28" y="93"/>
                  </a:lnTo>
                  <a:lnTo>
                    <a:pt x="106" y="93"/>
                  </a:lnTo>
                  <a:lnTo>
                    <a:pt x="106" y="118"/>
                  </a:lnTo>
                  <a:lnTo>
                    <a:pt x="0" y="118"/>
                  </a:lnTo>
                  <a:lnTo>
                    <a:pt x="0" y="0"/>
                  </a:lnTo>
                  <a:lnTo>
                    <a:pt x="10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8" name="Freeform 10">
              <a:extLst>
                <a:ext uri="{FF2B5EF4-FFF2-40B4-BE49-F238E27FC236}">
                  <a16:creationId xmlns:a16="http://schemas.microsoft.com/office/drawing/2014/main" id="{6006DFCD-63F9-4FFE-B9EB-B887B3500BAE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5018088" y="4791076"/>
              <a:ext cx="185738" cy="187325"/>
            </a:xfrm>
            <a:custGeom>
              <a:avLst/>
              <a:gdLst>
                <a:gd name="T0" fmla="*/ 66 w 157"/>
                <a:gd name="T1" fmla="*/ 98 h 159"/>
                <a:gd name="T2" fmla="*/ 38 w 157"/>
                <a:gd name="T3" fmla="*/ 98 h 159"/>
                <a:gd name="T4" fmla="*/ 38 w 157"/>
                <a:gd name="T5" fmla="*/ 159 h 159"/>
                <a:gd name="T6" fmla="*/ 0 w 157"/>
                <a:gd name="T7" fmla="*/ 159 h 159"/>
                <a:gd name="T8" fmla="*/ 0 w 157"/>
                <a:gd name="T9" fmla="*/ 0 h 159"/>
                <a:gd name="T10" fmla="*/ 96 w 157"/>
                <a:gd name="T11" fmla="*/ 0 h 159"/>
                <a:gd name="T12" fmla="*/ 145 w 157"/>
                <a:gd name="T13" fmla="*/ 49 h 159"/>
                <a:gd name="T14" fmla="*/ 110 w 157"/>
                <a:gd name="T15" fmla="*/ 96 h 159"/>
                <a:gd name="T16" fmla="*/ 157 w 157"/>
                <a:gd name="T17" fmla="*/ 159 h 159"/>
                <a:gd name="T18" fmla="*/ 111 w 157"/>
                <a:gd name="T19" fmla="*/ 159 h 159"/>
                <a:gd name="T20" fmla="*/ 66 w 157"/>
                <a:gd name="T21" fmla="*/ 98 h 159"/>
                <a:gd name="T22" fmla="*/ 93 w 157"/>
                <a:gd name="T23" fmla="*/ 34 h 159"/>
                <a:gd name="T24" fmla="*/ 38 w 157"/>
                <a:gd name="T25" fmla="*/ 34 h 159"/>
                <a:gd name="T26" fmla="*/ 38 w 157"/>
                <a:gd name="T27" fmla="*/ 64 h 159"/>
                <a:gd name="T28" fmla="*/ 93 w 157"/>
                <a:gd name="T29" fmla="*/ 64 h 159"/>
                <a:gd name="T30" fmla="*/ 108 w 157"/>
                <a:gd name="T31" fmla="*/ 49 h 159"/>
                <a:gd name="T32" fmla="*/ 93 w 157"/>
                <a:gd name="T33" fmla="*/ 34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7" h="159">
                  <a:moveTo>
                    <a:pt x="66" y="98"/>
                  </a:moveTo>
                  <a:cubicBezTo>
                    <a:pt x="38" y="98"/>
                    <a:pt x="38" y="98"/>
                    <a:pt x="38" y="98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123" y="0"/>
                    <a:pt x="145" y="22"/>
                    <a:pt x="145" y="49"/>
                  </a:cubicBezTo>
                  <a:cubicBezTo>
                    <a:pt x="145" y="72"/>
                    <a:pt x="130" y="91"/>
                    <a:pt x="110" y="96"/>
                  </a:cubicBezTo>
                  <a:cubicBezTo>
                    <a:pt x="157" y="159"/>
                    <a:pt x="157" y="159"/>
                    <a:pt x="157" y="159"/>
                  </a:cubicBezTo>
                  <a:cubicBezTo>
                    <a:pt x="111" y="159"/>
                    <a:pt x="111" y="159"/>
                    <a:pt x="111" y="159"/>
                  </a:cubicBezTo>
                  <a:lnTo>
                    <a:pt x="66" y="98"/>
                  </a:lnTo>
                  <a:close/>
                  <a:moveTo>
                    <a:pt x="93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101" y="64"/>
                    <a:pt x="108" y="58"/>
                    <a:pt x="108" y="49"/>
                  </a:cubicBezTo>
                  <a:cubicBezTo>
                    <a:pt x="108" y="41"/>
                    <a:pt x="101" y="34"/>
                    <a:pt x="93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F688556B-9DED-4EB1-9E59-34A84239AA0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14825" y="4791076"/>
              <a:ext cx="230188" cy="187325"/>
            </a:xfrm>
            <a:custGeom>
              <a:avLst/>
              <a:gdLst>
                <a:gd name="T0" fmla="*/ 145 w 145"/>
                <a:gd name="T1" fmla="*/ 118 h 118"/>
                <a:gd name="T2" fmla="*/ 115 w 145"/>
                <a:gd name="T3" fmla="*/ 118 h 118"/>
                <a:gd name="T4" fmla="*/ 106 w 145"/>
                <a:gd name="T5" fmla="*/ 98 h 118"/>
                <a:gd name="T6" fmla="*/ 39 w 145"/>
                <a:gd name="T7" fmla="*/ 98 h 118"/>
                <a:gd name="T8" fmla="*/ 30 w 145"/>
                <a:gd name="T9" fmla="*/ 118 h 118"/>
                <a:gd name="T10" fmla="*/ 0 w 145"/>
                <a:gd name="T11" fmla="*/ 118 h 118"/>
                <a:gd name="T12" fmla="*/ 59 w 145"/>
                <a:gd name="T13" fmla="*/ 0 h 118"/>
                <a:gd name="T14" fmla="*/ 86 w 145"/>
                <a:gd name="T15" fmla="*/ 0 h 118"/>
                <a:gd name="T16" fmla="*/ 145 w 145"/>
                <a:gd name="T17" fmla="*/ 118 h 118"/>
                <a:gd name="T18" fmla="*/ 73 w 145"/>
                <a:gd name="T19" fmla="*/ 30 h 118"/>
                <a:gd name="T20" fmla="*/ 52 w 145"/>
                <a:gd name="T21" fmla="*/ 73 h 118"/>
                <a:gd name="T22" fmla="*/ 93 w 145"/>
                <a:gd name="T23" fmla="*/ 73 h 118"/>
                <a:gd name="T24" fmla="*/ 73 w 145"/>
                <a:gd name="T25" fmla="*/ 3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5" h="118">
                  <a:moveTo>
                    <a:pt x="145" y="118"/>
                  </a:moveTo>
                  <a:lnTo>
                    <a:pt x="115" y="118"/>
                  </a:lnTo>
                  <a:lnTo>
                    <a:pt x="106" y="98"/>
                  </a:lnTo>
                  <a:lnTo>
                    <a:pt x="39" y="98"/>
                  </a:lnTo>
                  <a:lnTo>
                    <a:pt x="30" y="118"/>
                  </a:lnTo>
                  <a:lnTo>
                    <a:pt x="0" y="118"/>
                  </a:lnTo>
                  <a:lnTo>
                    <a:pt x="59" y="0"/>
                  </a:lnTo>
                  <a:lnTo>
                    <a:pt x="86" y="0"/>
                  </a:lnTo>
                  <a:lnTo>
                    <a:pt x="145" y="118"/>
                  </a:lnTo>
                  <a:close/>
                  <a:moveTo>
                    <a:pt x="73" y="30"/>
                  </a:moveTo>
                  <a:lnTo>
                    <a:pt x="52" y="73"/>
                  </a:lnTo>
                  <a:lnTo>
                    <a:pt x="93" y="73"/>
                  </a:lnTo>
                  <a:lnTo>
                    <a:pt x="7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3B1DC5D0-D9F7-4C13-9704-C1E0966CBA2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102100" y="4791076"/>
              <a:ext cx="187325" cy="187325"/>
            </a:xfrm>
            <a:custGeom>
              <a:avLst/>
              <a:gdLst>
                <a:gd name="T0" fmla="*/ 38 w 158"/>
                <a:gd name="T1" fmla="*/ 61 h 159"/>
                <a:gd name="T2" fmla="*/ 104 w 158"/>
                <a:gd name="T3" fmla="*/ 61 h 159"/>
                <a:gd name="T4" fmla="*/ 117 w 158"/>
                <a:gd name="T5" fmla="*/ 48 h 159"/>
                <a:gd name="T6" fmla="*/ 104 w 158"/>
                <a:gd name="T7" fmla="*/ 34 h 159"/>
                <a:gd name="T8" fmla="*/ 38 w 158"/>
                <a:gd name="T9" fmla="*/ 34 h 159"/>
                <a:gd name="T10" fmla="*/ 38 w 158"/>
                <a:gd name="T11" fmla="*/ 61 h 159"/>
                <a:gd name="T12" fmla="*/ 38 w 158"/>
                <a:gd name="T13" fmla="*/ 125 h 159"/>
                <a:gd name="T14" fmla="*/ 106 w 158"/>
                <a:gd name="T15" fmla="*/ 125 h 159"/>
                <a:gd name="T16" fmla="*/ 121 w 158"/>
                <a:gd name="T17" fmla="*/ 110 h 159"/>
                <a:gd name="T18" fmla="*/ 106 w 158"/>
                <a:gd name="T19" fmla="*/ 95 h 159"/>
                <a:gd name="T20" fmla="*/ 38 w 158"/>
                <a:gd name="T21" fmla="*/ 95 h 159"/>
                <a:gd name="T22" fmla="*/ 38 w 158"/>
                <a:gd name="T23" fmla="*/ 125 h 159"/>
                <a:gd name="T24" fmla="*/ 144 w 158"/>
                <a:gd name="T25" fmla="*/ 76 h 159"/>
                <a:gd name="T26" fmla="*/ 158 w 158"/>
                <a:gd name="T27" fmla="*/ 111 h 159"/>
                <a:gd name="T28" fmla="*/ 110 w 158"/>
                <a:gd name="T29" fmla="*/ 159 h 159"/>
                <a:gd name="T30" fmla="*/ 0 w 158"/>
                <a:gd name="T31" fmla="*/ 159 h 159"/>
                <a:gd name="T32" fmla="*/ 0 w 158"/>
                <a:gd name="T33" fmla="*/ 0 h 159"/>
                <a:gd name="T34" fmla="*/ 108 w 158"/>
                <a:gd name="T35" fmla="*/ 0 h 159"/>
                <a:gd name="T36" fmla="*/ 154 w 158"/>
                <a:gd name="T37" fmla="*/ 47 h 159"/>
                <a:gd name="T38" fmla="*/ 144 w 158"/>
                <a:gd name="T39" fmla="*/ 7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8" h="159">
                  <a:moveTo>
                    <a:pt x="38" y="61"/>
                  </a:moveTo>
                  <a:cubicBezTo>
                    <a:pt x="104" y="61"/>
                    <a:pt x="104" y="61"/>
                    <a:pt x="104" y="61"/>
                  </a:cubicBezTo>
                  <a:cubicBezTo>
                    <a:pt x="111" y="61"/>
                    <a:pt x="117" y="55"/>
                    <a:pt x="117" y="48"/>
                  </a:cubicBezTo>
                  <a:cubicBezTo>
                    <a:pt x="117" y="40"/>
                    <a:pt x="111" y="34"/>
                    <a:pt x="104" y="34"/>
                  </a:cubicBezTo>
                  <a:cubicBezTo>
                    <a:pt x="38" y="34"/>
                    <a:pt x="38" y="34"/>
                    <a:pt x="38" y="34"/>
                  </a:cubicBezTo>
                  <a:lnTo>
                    <a:pt x="38" y="61"/>
                  </a:lnTo>
                  <a:close/>
                  <a:moveTo>
                    <a:pt x="38" y="125"/>
                  </a:moveTo>
                  <a:cubicBezTo>
                    <a:pt x="106" y="125"/>
                    <a:pt x="106" y="125"/>
                    <a:pt x="106" y="125"/>
                  </a:cubicBezTo>
                  <a:cubicBezTo>
                    <a:pt x="114" y="125"/>
                    <a:pt x="121" y="118"/>
                    <a:pt x="121" y="110"/>
                  </a:cubicBezTo>
                  <a:cubicBezTo>
                    <a:pt x="121" y="101"/>
                    <a:pt x="114" y="95"/>
                    <a:pt x="106" y="95"/>
                  </a:cubicBezTo>
                  <a:cubicBezTo>
                    <a:pt x="38" y="95"/>
                    <a:pt x="38" y="95"/>
                    <a:pt x="38" y="95"/>
                  </a:cubicBezTo>
                  <a:lnTo>
                    <a:pt x="38" y="125"/>
                  </a:lnTo>
                  <a:close/>
                  <a:moveTo>
                    <a:pt x="144" y="76"/>
                  </a:moveTo>
                  <a:cubicBezTo>
                    <a:pt x="153" y="85"/>
                    <a:pt x="158" y="97"/>
                    <a:pt x="158" y="111"/>
                  </a:cubicBezTo>
                  <a:cubicBezTo>
                    <a:pt x="158" y="137"/>
                    <a:pt x="137" y="159"/>
                    <a:pt x="110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34" y="0"/>
                    <a:pt x="154" y="21"/>
                    <a:pt x="154" y="47"/>
                  </a:cubicBezTo>
                  <a:cubicBezTo>
                    <a:pt x="154" y="58"/>
                    <a:pt x="150" y="68"/>
                    <a:pt x="144" y="7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E0AA5818-2A8C-40CD-94CB-4B54F2A3962B}"/>
                </a:ext>
              </a:extLst>
            </p:cNvPr>
            <p:cNvSpPr>
              <a:spLocks/>
            </p:cNvSpPr>
            <p:nvPr/>
          </p:nvSpPr>
          <p:spPr bwMode="gray">
            <a:xfrm>
              <a:off x="4557713" y="5019676"/>
              <a:ext cx="168275" cy="187325"/>
            </a:xfrm>
            <a:custGeom>
              <a:avLst/>
              <a:gdLst>
                <a:gd name="T0" fmla="*/ 106 w 106"/>
                <a:gd name="T1" fmla="*/ 0 h 118"/>
                <a:gd name="T2" fmla="*/ 106 w 106"/>
                <a:gd name="T3" fmla="*/ 24 h 118"/>
                <a:gd name="T4" fmla="*/ 28 w 106"/>
                <a:gd name="T5" fmla="*/ 24 h 118"/>
                <a:gd name="T6" fmla="*/ 28 w 106"/>
                <a:gd name="T7" fmla="*/ 45 h 118"/>
                <a:gd name="T8" fmla="*/ 103 w 106"/>
                <a:gd name="T9" fmla="*/ 45 h 118"/>
                <a:gd name="T10" fmla="*/ 103 w 106"/>
                <a:gd name="T11" fmla="*/ 70 h 118"/>
                <a:gd name="T12" fmla="*/ 28 w 106"/>
                <a:gd name="T13" fmla="*/ 70 h 118"/>
                <a:gd name="T14" fmla="*/ 28 w 106"/>
                <a:gd name="T15" fmla="*/ 92 h 118"/>
                <a:gd name="T16" fmla="*/ 106 w 106"/>
                <a:gd name="T17" fmla="*/ 92 h 118"/>
                <a:gd name="T18" fmla="*/ 106 w 106"/>
                <a:gd name="T19" fmla="*/ 118 h 118"/>
                <a:gd name="T20" fmla="*/ 0 w 106"/>
                <a:gd name="T21" fmla="*/ 118 h 118"/>
                <a:gd name="T22" fmla="*/ 0 w 106"/>
                <a:gd name="T23" fmla="*/ 0 h 118"/>
                <a:gd name="T24" fmla="*/ 106 w 106"/>
                <a:gd name="T2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8">
                  <a:moveTo>
                    <a:pt x="106" y="0"/>
                  </a:moveTo>
                  <a:lnTo>
                    <a:pt x="106" y="24"/>
                  </a:lnTo>
                  <a:lnTo>
                    <a:pt x="28" y="24"/>
                  </a:lnTo>
                  <a:lnTo>
                    <a:pt x="28" y="45"/>
                  </a:lnTo>
                  <a:lnTo>
                    <a:pt x="103" y="45"/>
                  </a:lnTo>
                  <a:lnTo>
                    <a:pt x="103" y="70"/>
                  </a:lnTo>
                  <a:lnTo>
                    <a:pt x="28" y="70"/>
                  </a:lnTo>
                  <a:lnTo>
                    <a:pt x="28" y="92"/>
                  </a:lnTo>
                  <a:lnTo>
                    <a:pt x="106" y="92"/>
                  </a:lnTo>
                  <a:lnTo>
                    <a:pt x="106" y="118"/>
                  </a:lnTo>
                  <a:lnTo>
                    <a:pt x="0" y="118"/>
                  </a:lnTo>
                  <a:lnTo>
                    <a:pt x="0" y="0"/>
                  </a:lnTo>
                  <a:lnTo>
                    <a:pt x="10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A25F5C7D-AD54-4920-B1E3-46DA949041C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557713" y="5249863"/>
              <a:ext cx="201613" cy="188913"/>
            </a:xfrm>
            <a:custGeom>
              <a:avLst/>
              <a:gdLst>
                <a:gd name="T0" fmla="*/ 117 w 171"/>
                <a:gd name="T1" fmla="*/ 50 h 159"/>
                <a:gd name="T2" fmla="*/ 102 w 171"/>
                <a:gd name="T3" fmla="*/ 35 h 159"/>
                <a:gd name="T4" fmla="*/ 38 w 171"/>
                <a:gd name="T5" fmla="*/ 35 h 159"/>
                <a:gd name="T6" fmla="*/ 38 w 171"/>
                <a:gd name="T7" fmla="*/ 65 h 159"/>
                <a:gd name="T8" fmla="*/ 102 w 171"/>
                <a:gd name="T9" fmla="*/ 65 h 159"/>
                <a:gd name="T10" fmla="*/ 117 w 171"/>
                <a:gd name="T11" fmla="*/ 50 h 159"/>
                <a:gd name="T12" fmla="*/ 0 w 171"/>
                <a:gd name="T13" fmla="*/ 159 h 159"/>
                <a:gd name="T14" fmla="*/ 0 w 171"/>
                <a:gd name="T15" fmla="*/ 0 h 159"/>
                <a:gd name="T16" fmla="*/ 106 w 171"/>
                <a:gd name="T17" fmla="*/ 0 h 159"/>
                <a:gd name="T18" fmla="*/ 154 w 171"/>
                <a:gd name="T19" fmla="*/ 50 h 159"/>
                <a:gd name="T20" fmla="*/ 124 w 171"/>
                <a:gd name="T21" fmla="*/ 95 h 159"/>
                <a:gd name="T22" fmla="*/ 171 w 171"/>
                <a:gd name="T23" fmla="*/ 159 h 159"/>
                <a:gd name="T24" fmla="*/ 126 w 171"/>
                <a:gd name="T25" fmla="*/ 159 h 159"/>
                <a:gd name="T26" fmla="*/ 81 w 171"/>
                <a:gd name="T27" fmla="*/ 99 h 159"/>
                <a:gd name="T28" fmla="*/ 38 w 171"/>
                <a:gd name="T29" fmla="*/ 99 h 159"/>
                <a:gd name="T30" fmla="*/ 38 w 171"/>
                <a:gd name="T31" fmla="*/ 159 h 159"/>
                <a:gd name="T32" fmla="*/ 0 w 171"/>
                <a:gd name="T3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1" h="159">
                  <a:moveTo>
                    <a:pt x="117" y="50"/>
                  </a:moveTo>
                  <a:cubicBezTo>
                    <a:pt x="117" y="41"/>
                    <a:pt x="110" y="35"/>
                    <a:pt x="102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8" y="65"/>
                    <a:pt x="38" y="65"/>
                    <a:pt x="38" y="65"/>
                  </a:cubicBezTo>
                  <a:cubicBezTo>
                    <a:pt x="102" y="65"/>
                    <a:pt x="102" y="65"/>
                    <a:pt x="102" y="65"/>
                  </a:cubicBezTo>
                  <a:cubicBezTo>
                    <a:pt x="110" y="65"/>
                    <a:pt x="117" y="58"/>
                    <a:pt x="117" y="50"/>
                  </a:cubicBezTo>
                  <a:close/>
                  <a:moveTo>
                    <a:pt x="0" y="15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33" y="1"/>
                    <a:pt x="154" y="23"/>
                    <a:pt x="154" y="50"/>
                  </a:cubicBezTo>
                  <a:cubicBezTo>
                    <a:pt x="154" y="70"/>
                    <a:pt x="142" y="88"/>
                    <a:pt x="124" y="95"/>
                  </a:cubicBezTo>
                  <a:cubicBezTo>
                    <a:pt x="171" y="159"/>
                    <a:pt x="171" y="159"/>
                    <a:pt x="171" y="159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81" y="99"/>
                    <a:pt x="81" y="99"/>
                    <a:pt x="81" y="99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38" y="159"/>
                    <a:pt x="38" y="159"/>
                    <a:pt x="38" y="159"/>
                  </a:cubicBezTo>
                  <a:lnTo>
                    <a:pt x="0" y="1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0AEDBD7B-58D6-41F2-870E-A5BB0C83965E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970338" y="4211638"/>
              <a:ext cx="1343025" cy="1343025"/>
            </a:xfrm>
            <a:custGeom>
              <a:avLst/>
              <a:gdLst>
                <a:gd name="T0" fmla="*/ 52 w 1134"/>
                <a:gd name="T1" fmla="*/ 567 h 1134"/>
                <a:gd name="T2" fmla="*/ 567 w 1134"/>
                <a:gd name="T3" fmla="*/ 52 h 1134"/>
                <a:gd name="T4" fmla="*/ 1081 w 1134"/>
                <a:gd name="T5" fmla="*/ 567 h 1134"/>
                <a:gd name="T6" fmla="*/ 567 w 1134"/>
                <a:gd name="T7" fmla="*/ 1081 h 1134"/>
                <a:gd name="T8" fmla="*/ 52 w 1134"/>
                <a:gd name="T9" fmla="*/ 567 h 1134"/>
                <a:gd name="T10" fmla="*/ 1134 w 1134"/>
                <a:gd name="T11" fmla="*/ 567 h 1134"/>
                <a:gd name="T12" fmla="*/ 567 w 1134"/>
                <a:gd name="T13" fmla="*/ 1134 h 1134"/>
                <a:gd name="T14" fmla="*/ 0 w 1134"/>
                <a:gd name="T15" fmla="*/ 567 h 1134"/>
                <a:gd name="T16" fmla="*/ 567 w 1134"/>
                <a:gd name="T17" fmla="*/ 0 h 1134"/>
                <a:gd name="T18" fmla="*/ 1134 w 1134"/>
                <a:gd name="T19" fmla="*/ 567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34" h="1134">
                  <a:moveTo>
                    <a:pt x="52" y="567"/>
                  </a:moveTo>
                  <a:cubicBezTo>
                    <a:pt x="52" y="283"/>
                    <a:pt x="283" y="52"/>
                    <a:pt x="567" y="52"/>
                  </a:cubicBezTo>
                  <a:cubicBezTo>
                    <a:pt x="851" y="52"/>
                    <a:pt x="1081" y="283"/>
                    <a:pt x="1081" y="567"/>
                  </a:cubicBezTo>
                  <a:cubicBezTo>
                    <a:pt x="1081" y="851"/>
                    <a:pt x="851" y="1081"/>
                    <a:pt x="567" y="1081"/>
                  </a:cubicBezTo>
                  <a:cubicBezTo>
                    <a:pt x="283" y="1081"/>
                    <a:pt x="52" y="851"/>
                    <a:pt x="52" y="567"/>
                  </a:cubicBezTo>
                  <a:close/>
                  <a:moveTo>
                    <a:pt x="1134" y="567"/>
                  </a:moveTo>
                  <a:cubicBezTo>
                    <a:pt x="1134" y="880"/>
                    <a:pt x="880" y="1134"/>
                    <a:pt x="567" y="1134"/>
                  </a:cubicBezTo>
                  <a:cubicBezTo>
                    <a:pt x="254" y="1134"/>
                    <a:pt x="0" y="880"/>
                    <a:pt x="0" y="567"/>
                  </a:cubicBezTo>
                  <a:cubicBezTo>
                    <a:pt x="0" y="254"/>
                    <a:pt x="254" y="0"/>
                    <a:pt x="567" y="0"/>
                  </a:cubicBezTo>
                  <a:cubicBezTo>
                    <a:pt x="880" y="0"/>
                    <a:pt x="1134" y="254"/>
                    <a:pt x="1134" y="5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FE791302-C77D-48DD-BAF5-1CB4FC7F0325}"/>
              </a:ext>
            </a:extLst>
          </p:cNvPr>
          <p:cNvSpPr txBox="1">
            <a:spLocks/>
          </p:cNvSpPr>
          <p:nvPr/>
        </p:nvSpPr>
        <p:spPr bwMode="gray">
          <a:xfrm>
            <a:off x="3411538" y="2703513"/>
            <a:ext cx="8370887" cy="2819399"/>
          </a:xfrm>
          <a:prstGeom prst="rect">
            <a:avLst/>
          </a:prstGeom>
          <a:solidFill>
            <a:srgbClr val="EFEDEF"/>
          </a:solidFill>
        </p:spPr>
        <p:txBody>
          <a:bodyPr lIns="108000" tIns="72000" rIns="108000" bIns="72000"/>
          <a:lstStyle>
            <a:lvl1pPr marL="0" indent="0" algn="l" defTabSz="1221456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rgbClr val="6BC200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5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6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6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6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6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6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rgbClr val="8E8E8E"/>
                </a:solidFill>
              </a:rPr>
              <a:t>NAME</a:t>
            </a:r>
          </a:p>
          <a:p>
            <a:pPr lvl="1"/>
            <a:r>
              <a:rPr lang="en-US" noProof="0" dirty="0">
                <a:solidFill>
                  <a:srgbClr val="8E8E8E"/>
                </a:solidFill>
              </a:rPr>
              <a:t>Position</a:t>
            </a:r>
          </a:p>
          <a:p>
            <a:pPr lvl="1"/>
            <a:endParaRPr lang="en-US" noProof="0" dirty="0">
              <a:solidFill>
                <a:srgbClr val="8E8E8E"/>
              </a:solidFill>
            </a:endParaRPr>
          </a:p>
          <a:p>
            <a:r>
              <a:rPr lang="en-US" noProof="0" dirty="0">
                <a:solidFill>
                  <a:srgbClr val="8E8E8E"/>
                </a:solidFill>
              </a:rPr>
              <a:t>Phone:</a:t>
            </a:r>
          </a:p>
          <a:p>
            <a:r>
              <a:rPr lang="en-US" noProof="0" dirty="0">
                <a:solidFill>
                  <a:srgbClr val="8E8E8E"/>
                </a:solidFill>
              </a:rPr>
              <a:t>Fax:</a:t>
            </a:r>
          </a:p>
          <a:p>
            <a:r>
              <a:rPr lang="en-US" noProof="0" dirty="0">
                <a:solidFill>
                  <a:srgbClr val="8E8E8E"/>
                </a:solidFill>
              </a:rPr>
              <a:t>e-mail: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55164C26-169F-4004-BCE9-2C8C161CC4DF}"/>
              </a:ext>
            </a:extLst>
          </p:cNvPr>
          <p:cNvSpPr txBox="1">
            <a:spLocks/>
          </p:cNvSpPr>
          <p:nvPr/>
        </p:nvSpPr>
        <p:spPr bwMode="gray">
          <a:xfrm>
            <a:off x="4584700" y="3728173"/>
            <a:ext cx="7137400" cy="1362078"/>
          </a:xfrm>
          <a:prstGeom prst="rect">
            <a:avLst/>
          </a:prstGeom>
          <a:noFill/>
        </p:spPr>
        <p:txBody>
          <a:bodyPr lIns="108000" tIns="72000" rIns="108000" bIns="72000"/>
          <a:lstStyle>
            <a:lvl1pPr marL="0" indent="0" algn="l" defTabSz="1221456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rgbClr val="6BC200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5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6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6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6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6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221456" rtl="0" eaLnBrk="1" latinLnBrk="0" hangingPunct="1">
              <a:spcBef>
                <a:spcPts val="200"/>
              </a:spcBef>
              <a:spcAft>
                <a:spcPts val="300"/>
              </a:spcAft>
              <a:buClr>
                <a:schemeClr val="accent6"/>
              </a:buClr>
              <a:buSzPct val="110000"/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300"/>
              </a:spcBef>
            </a:pPr>
            <a:r>
              <a:rPr lang="en-US" noProof="0" dirty="0">
                <a:solidFill>
                  <a:srgbClr val="8E8E8E"/>
                </a:solidFill>
              </a:rPr>
              <a:t>+XX – XXXXXXX</a:t>
            </a:r>
          </a:p>
          <a:p>
            <a:pPr lvl="1">
              <a:spcBef>
                <a:spcPts val="300"/>
              </a:spcBef>
            </a:pPr>
            <a:r>
              <a:rPr lang="en-US" noProof="0" dirty="0">
                <a:solidFill>
                  <a:srgbClr val="8E8E8E"/>
                </a:solidFill>
              </a:rPr>
              <a:t>+XX - XXXXXXX</a:t>
            </a:r>
          </a:p>
          <a:p>
            <a:pPr lvl="1">
              <a:spcBef>
                <a:spcPts val="300"/>
              </a:spcBef>
            </a:pPr>
            <a:r>
              <a:rPr lang="en-US" noProof="0" dirty="0" err="1">
                <a:solidFill>
                  <a:srgbClr val="8E8E8E"/>
                </a:solidFill>
              </a:rPr>
              <a:t>Your.name@bayer.com</a:t>
            </a:r>
            <a:endParaRPr lang="en-US" noProof="0" dirty="0">
              <a:solidFill>
                <a:srgbClr val="8E8E8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80034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subTitle" idx="13"/>
          </p:nvPr>
        </p:nvSpPr>
        <p:spPr bwMode="gray"/>
        <p:txBody>
          <a:bodyPr/>
          <a:lstStyle/>
          <a:p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noProof="0" dirty="0"/>
              <a:t>Information classification labeling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 dirty="0"/>
              <a:t>/// Bayer 16:9 Template Chart Pool /// August 2019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6E89184-3811-4A78-9F73-4CF749067C9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 noProof="0" dirty="0">
                <a:solidFill>
                  <a:srgbClr val="10384F"/>
                </a:solidFill>
              </a:rPr>
              <a:t>Please use the CLASSIFICATION RIBBON in your PowerPoint at Bayer.</a:t>
            </a:r>
          </a:p>
          <a:p>
            <a:pPr lvl="0"/>
            <a:r>
              <a:rPr lang="en-US" noProof="0" dirty="0">
                <a:solidFill>
                  <a:srgbClr val="10384F"/>
                </a:solidFill>
              </a:rPr>
              <a:t>You can find further information about Bayer's classification labeling on Bayer Identity Net. </a:t>
            </a:r>
            <a:br>
              <a:rPr lang="en-US" noProof="0" dirty="0">
                <a:solidFill>
                  <a:srgbClr val="10384F"/>
                </a:solidFill>
              </a:rPr>
            </a:br>
            <a:r>
              <a:rPr lang="en-US" noProof="0" dirty="0">
                <a:solidFill>
                  <a:srgbClr val="10384F"/>
                </a:solidFill>
              </a:rPr>
              <a:t>Please copy the URL into your browser. </a:t>
            </a:r>
          </a:p>
          <a:p>
            <a:pPr lvl="0"/>
            <a:r>
              <a:rPr lang="en-US" noProof="0" dirty="0">
                <a:solidFill>
                  <a:srgbClr val="10384F"/>
                </a:solidFill>
                <a:hlinkClick r:id="rId3"/>
              </a:rPr>
              <a:t>https://idnet.bayer.com/en/security-labeling.aspx </a:t>
            </a:r>
            <a:endParaRPr lang="en-US" noProof="0" dirty="0">
              <a:solidFill>
                <a:srgbClr val="10384F"/>
              </a:solidFill>
            </a:endParaRPr>
          </a:p>
        </p:txBody>
      </p:sp>
      <p:pic>
        <p:nvPicPr>
          <p:cNvPr id="7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03148" y="5641184"/>
            <a:ext cx="1279514" cy="30175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157609" y="5096287"/>
            <a:ext cx="1625053" cy="30175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Grafik 9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840830" y="6186080"/>
            <a:ext cx="941832" cy="30175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380216984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NDO_REDO_REVISIO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1"/>
  <p:tag name="MIO_SHOW_DATE" val="True"/>
  <p:tag name="MIO_SHOW_FOOTER" val="True"/>
  <p:tag name="MIO_SHOW_PAGENUMBER" val="True"/>
  <p:tag name="MIO_AVOID_BLANK_LAYOUT" val="True"/>
  <p:tag name="MIO_CD_LAYOUT_VALID_AREA" val="False"/>
  <p:tag name="MIO_NUMBER_OF_VALID_LAYOUTS" val="16"/>
  <p:tag name="MIO_HDS" val="True"/>
  <p:tag name="MIO_SKIPVERSION" val="01.01.0001 00:00:00"/>
  <p:tag name="MIO_EKGUID" val="106612b7-7cda-4c66-a943-3c88b56a92d2"/>
  <p:tag name="MIO_UPDATE" val="True"/>
  <p:tag name="MIO_VERSION" val="05.09.2018 15:12:17"/>
  <p:tag name="MIO_DBID" val="8E7267AE-489F-4B02-8040-8A98451BF141"/>
  <p:tag name="MIO_LASTDOWNLOADED" val="06.09.2018 11:39:48"/>
  <p:tag name="MIO_OBJECTNAME" val="Master Bayer AG 16:9 pre final"/>
  <p:tag name="MIO_CDID" val="cd9a71c7-8ed9-41a1-8303-1a6d1985851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7ec9967a-010b-409c-b260-7aafe41392b5"/>
  <p:tag name="MIO_EKGUID" val="8c040964-a8e4-4a54-b7b4-300727e8bb36"/>
  <p:tag name="MIO_UPDATE" val="True"/>
  <p:tag name="MIO_VERSION" val="05.09.2018 15:15:14"/>
  <p:tag name="MIO_DBID" val="8E7267AE-489F-4B02-8040-8A98451BF141"/>
  <p:tag name="MIO_LASTDOWNLOADED" val="06.09.2018 12:04:28"/>
  <p:tag name="MIO_OBJECTNAME" val="Title Slide (3)"/>
  <p:tag name="MIO_LASTEDITORNAME" val="empower enterprise"/>
</p:tagLst>
</file>

<file path=ppt/theme/theme1.xml><?xml version="1.0" encoding="utf-8"?>
<a:theme xmlns:a="http://schemas.openxmlformats.org/drawingml/2006/main" name="PR_BAG_PPT-master_16-9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tlCol="0" anchor="ctr"/>
      <a:lstStyle>
        <a:defPPr algn="ctr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 smtClean="0">
            <a:solidFill>
              <a:srgbClr val="FFFFFF"/>
            </a:solidFill>
            <a:latin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vert="horz" wrap="square" lIns="0" tIns="0" rIns="0" bIns="0" rtlCol="0">
        <a:noAutofit/>
      </a:bodyPr>
      <a:lstStyle>
        <a:defPPr algn="l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 smtClean="0">
            <a:solidFill>
              <a:srgbClr val="000000"/>
            </a:solidFill>
            <a:latin typeface="Arial" panose="020B0604020202020204" pitchFamily="34" charset="0"/>
          </a:defRPr>
        </a:defPPr>
      </a:lstStyle>
    </a:txDef>
  </a:objectDefaults>
  <a:extraClrSchemeLst/>
  <a:custClrLst>
    <a:custClr name="Raspberry">
      <a:srgbClr val="D30F4B"/>
    </a:custClr>
    <a:custClr name="Fuchsia">
      <a:srgbClr val="FF3162"/>
    </a:custClr>
    <a:custClr name="DarkPurple">
      <a:srgbClr val="443247"/>
    </a:custClr>
    <a:custClr name="MidPurple">
      <a:srgbClr val="624963"/>
    </a:custClr>
    <a:custClr name="DarkBlue">
      <a:srgbClr val="10384F"/>
    </a:custClr>
    <a:custClr name="MidBlue">
      <a:srgbClr val="00617F"/>
    </a:custClr>
    <a:custClr name="Blue">
      <a:srgbClr val="0091DF"/>
    </a:custClr>
    <a:custClr name="BrightBlue">
      <a:srgbClr val="00BCFF"/>
    </a:custClr>
    <a:custClr name="DarkGreen">
      <a:srgbClr val="004422"/>
    </a:custClr>
    <a:custClr name="MidGreen">
      <a:srgbClr val="2B6636"/>
    </a:custClr>
    <a:custClr name="Green">
      <a:srgbClr val="66B512"/>
    </a:custClr>
    <a:custClr name="BrightGreen">
      <a:srgbClr val="89D329"/>
    </a:custClr>
    <a:custClr name="TrafficLightRed">
      <a:srgbClr val="CC0000"/>
    </a:custClr>
    <a:custClr name="TrafficLightYellow">
      <a:srgbClr val="FFCC00"/>
    </a:custClr>
    <a:custClr name="TrafficLightGreen">
      <a:srgbClr val="66B512"/>
    </a:custClr>
  </a:custClrLst>
  <a:extLst>
    <a:ext uri="{05A4C25C-085E-4340-85A3-A5531E510DB2}">
      <thm15:themeFamily xmlns:thm15="http://schemas.microsoft.com/office/thememl/2012/main" name="PR_BG_Chart-Pool_16-9_2018-09-24.pptx" id="{968F5249-6BD7-4F2F-88EB-BEA7EF25E866}" vid="{28198F21-4144-4802-BDEC-046BA64D1FE1}"/>
    </a:ext>
  </a:extLst>
</a:theme>
</file>

<file path=ppt/theme/theme2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4d292e-883c-434b-96e3-060cfff16c86" xsi:nil="true"/>
    <_dlc_ExpireDateSaved xmlns="http://schemas.microsoft.com/sharepoint/v3" xsi:nil="true"/>
    <_dlc_ExpireDate xmlns="http://schemas.microsoft.com/sharepoint/v3" xsi:nil="true"/>
    <_dlc_Exempt xmlns="http://schemas.microsoft.com/sharepoint/v3" xsi:nil="true"/>
    <lcf76f155ced4ddcb4097134ff3c332f xmlns="7ea61964-50c5-49fa-9d49-7d20dc770cf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07E35165D55249A8185C85487ABFF3" ma:contentTypeVersion="14" ma:contentTypeDescription="Create a new document." ma:contentTypeScope="" ma:versionID="f95683e54bec3201fea5279e324a1f18">
  <xsd:schema xmlns:xsd="http://www.w3.org/2001/XMLSchema" xmlns:xs="http://www.w3.org/2001/XMLSchema" xmlns:p="http://schemas.microsoft.com/office/2006/metadata/properties" xmlns:ns1="http://schemas.microsoft.com/sharepoint/v3" xmlns:ns2="1a4d292e-883c-434b-96e3-060cfff16c86" xmlns:ns3="7ea61964-50c5-49fa-9d49-7d20dc770cfa" targetNamespace="http://schemas.microsoft.com/office/2006/metadata/properties" ma:root="true" ma:fieldsID="bf23ad357bbf0b58277b57026943394f" ns1:_="" ns2:_="" ns3:_="">
    <xsd:import namespace="http://schemas.microsoft.com/sharepoint/v3"/>
    <xsd:import namespace="1a4d292e-883c-434b-96e3-060cfff16c86"/>
    <xsd:import namespace="7ea61964-50c5-49fa-9d49-7d20dc770cfa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1:_dlc_Exempt" minOccurs="0"/>
                <xsd:element ref="ns1:_dlc_ExpireDateSaved" minOccurs="0"/>
                <xsd:element ref="ns1:_dlc_ExpireDat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10" nillable="true" ma:displayName="Exempt from Policy" ma:hidden="true" ma:internalName="_dlc_Exempt" ma:readOnly="false">
      <xsd:simpleType>
        <xsd:restriction base="dms:Unknown"/>
      </xsd:simpleType>
    </xsd:element>
    <xsd:element name="_dlc_ExpireDateSaved" ma:index="11" nillable="true" ma:displayName="Original Expiration Date" ma:hidden="true" ma:internalName="_dlc_ExpireDateSaved" ma:readOnly="false">
      <xsd:simpleType>
        <xsd:restriction base="dms:DateTime"/>
      </xsd:simpleType>
    </xsd:element>
    <xsd:element name="_dlc_ExpireDate" ma:index="12" nillable="true" ma:displayName="Expiration Date" ma:hidden="true" ma:internalName="_dlc_ExpireDate" ma:readOnly="fals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d292e-883c-434b-96e3-060cfff16c86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2828db6a-36e7-48ec-84a0-eb04da9e9daa}" ma:internalName="TaxCatchAll" ma:showField="CatchAllData" ma:web="280e098e-4e82-4ca9-9751-000d33116e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2828db6a-36e7-48ec-84a0-eb04da9e9daa}" ma:internalName="TaxCatchAllLabel" ma:readOnly="true" ma:showField="CatchAllDataLabel" ma:web="280e098e-4e82-4ca9-9751-000d33116e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a61964-50c5-49fa-9d49-7d20dc770c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bc43322-b630-4bac-8b27-31def233d1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7bc43322-b630-4bac-8b27-31def233d1d0" ContentTypeId="0x0101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682334-F4C9-4904-851A-B279FB0BBC08}">
  <ds:schemaRefs>
    <ds:schemaRef ds:uri="http://schemas.microsoft.com/office/2006/metadata/properties"/>
    <ds:schemaRef ds:uri="http://schemas.microsoft.com/office/infopath/2007/PartnerControls"/>
    <ds:schemaRef ds:uri="1a4d292e-883c-434b-96e3-060cfff16c86"/>
    <ds:schemaRef ds:uri="http://schemas.microsoft.com/sharepoint/v3"/>
    <ds:schemaRef ds:uri="7ea61964-50c5-49fa-9d49-7d20dc770cfa"/>
  </ds:schemaRefs>
</ds:datastoreItem>
</file>

<file path=customXml/itemProps2.xml><?xml version="1.0" encoding="utf-8"?>
<ds:datastoreItem xmlns:ds="http://schemas.openxmlformats.org/officeDocument/2006/customXml" ds:itemID="{049CFEAB-41FD-40A0-98A7-A614E65EF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a4d292e-883c-434b-96e3-060cfff16c86"/>
    <ds:schemaRef ds:uri="7ea61964-50c5-49fa-9d49-7d20dc770c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C3138C-B871-40EA-A5C4-3D63414BE9DB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C4715F16-92FC-444E-BC58-38F3151942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PR_BAG_PPT-master_16-9</Template>
  <TotalTime>2079</TotalTime>
  <Words>394</Words>
  <Application>Microsoft Office PowerPoint</Application>
  <PresentationFormat>Custom</PresentationFormat>
  <Paragraphs>111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PR_BAG_PPT-master_16-9</vt:lpstr>
      <vt:lpstr>Cyber Security Foundation SAST Plan 2025</vt:lpstr>
      <vt:lpstr>Agenda</vt:lpstr>
      <vt:lpstr>Why = Internal Audits</vt:lpstr>
      <vt:lpstr>What = Audit Assignments</vt:lpstr>
      <vt:lpstr>How = SAST Vendor Selection</vt:lpstr>
      <vt:lpstr>How = SAST Vendor Selection</vt:lpstr>
      <vt:lpstr>How = Policy Updates &amp; Additions</vt:lpstr>
      <vt:lpstr>How = Policy Updates &amp; Additions</vt:lpstr>
      <vt:lpstr>How = Awareness Campaigns</vt:lpstr>
      <vt:lpstr>How = Awareness Campaigns</vt:lpstr>
      <vt:lpstr>How = Awareness Campaigns</vt:lpstr>
      <vt:lpstr>How = Awareness Campaigns</vt:lpstr>
      <vt:lpstr>Who = Application Stakeholders (All Divisions)</vt:lpstr>
      <vt:lpstr>When = Q3 2025</vt:lpstr>
      <vt:lpstr>Q &amp; A</vt:lpstr>
      <vt:lpstr>Gradient</vt:lpstr>
      <vt:lpstr>Contact</vt:lpstr>
      <vt:lpstr>Information classification labeling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Bayer Chart pool</dc:title>
  <dc:creator>William Horn</dc:creator>
  <cp:lastModifiedBy>Bill Horn</cp:lastModifiedBy>
  <cp:revision>4</cp:revision>
  <cp:lastPrinted>2017-10-23T10:44:12Z</cp:lastPrinted>
  <dcterms:created xsi:type="dcterms:W3CDTF">2021-09-22T18:12:26Z</dcterms:created>
  <dcterms:modified xsi:type="dcterms:W3CDTF">2026-06-06T11:17:31Z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LabelPos">
    <vt:lpwstr>836;514;810;514;854;514</vt:lpwstr>
  </property>
  <property fmtid="{D5CDD505-2E9C-101B-9397-08002B2CF9AE}" pid="3" name="MSIP_Label_2c76c141-ac86-40e5-abf2-c6f60e474cee_Enabled">
    <vt:lpwstr>true</vt:lpwstr>
  </property>
  <property fmtid="{D5CDD505-2E9C-101B-9397-08002B2CF9AE}" pid="4" name="MSIP_Label_2c76c141-ac86-40e5-abf2-c6f60e474cee_SetDate">
    <vt:lpwstr>2025-07-02T02:23:36Z</vt:lpwstr>
  </property>
  <property fmtid="{D5CDD505-2E9C-101B-9397-08002B2CF9AE}" pid="5" name="MSIP_Label_2c76c141-ac86-40e5-abf2-c6f60e474cee_Method">
    <vt:lpwstr>Privileged</vt:lpwstr>
  </property>
  <property fmtid="{D5CDD505-2E9C-101B-9397-08002B2CF9AE}" pid="6" name="MSIP_Label_2c76c141-ac86-40e5-abf2-c6f60e474cee_Name">
    <vt:lpwstr>2c76c141-ac86-40e5-abf2-c6f60e474cee</vt:lpwstr>
  </property>
  <property fmtid="{D5CDD505-2E9C-101B-9397-08002B2CF9AE}" pid="7" name="MSIP_Label_2c76c141-ac86-40e5-abf2-c6f60e474cee_SiteId">
    <vt:lpwstr>fcb2b37b-5da0-466b-9b83-0014b67a7c78</vt:lpwstr>
  </property>
  <property fmtid="{D5CDD505-2E9C-101B-9397-08002B2CF9AE}" pid="8" name="MSIP_Label_2c76c141-ac86-40e5-abf2-c6f60e474cee_ActionId">
    <vt:lpwstr>c45095ca-0588-4559-927d-f0e28cd59390</vt:lpwstr>
  </property>
  <property fmtid="{D5CDD505-2E9C-101B-9397-08002B2CF9AE}" pid="9" name="MSIP_Label_2c76c141-ac86-40e5-abf2-c6f60e474cee_ContentBits">
    <vt:lpwstr>2</vt:lpwstr>
  </property>
  <property fmtid="{D5CDD505-2E9C-101B-9397-08002B2CF9AE}" pid="10" name="MSIP_Label_2c76c141-ac86-40e5-abf2-c6f60e474cee_Tag">
    <vt:lpwstr>50, 0, 1, 1</vt:lpwstr>
  </property>
  <property fmtid="{D5CDD505-2E9C-101B-9397-08002B2CF9AE}" pid="11" name="ClassificationContentMarkingFooterLocations">
    <vt:lpwstr>PR_BAG_PPT-master_16-9:9</vt:lpwstr>
  </property>
  <property fmtid="{D5CDD505-2E9C-101B-9397-08002B2CF9AE}" pid="12" name="ClassificationContentMarkingFooterText">
    <vt:lpwstr>RESTRICTED</vt:lpwstr>
  </property>
  <property fmtid="{D5CDD505-2E9C-101B-9397-08002B2CF9AE}" pid="13" name="ContentTypeId">
    <vt:lpwstr>0x0101005307E35165D55249A8185C85487ABFF3</vt:lpwstr>
  </property>
  <property fmtid="{D5CDD505-2E9C-101B-9397-08002B2CF9AE}" pid="14" name="MediaServiceImageTags">
    <vt:lpwstr/>
  </property>
</Properties>
</file>